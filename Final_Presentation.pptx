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307" r:id="rId2"/>
    <p:sldId id="303" r:id="rId3"/>
    <p:sldId id="295" r:id="rId4"/>
    <p:sldId id="311" r:id="rId5"/>
    <p:sldId id="296" r:id="rId6"/>
    <p:sldId id="312" r:id="rId7"/>
    <p:sldId id="313" r:id="rId8"/>
    <p:sldId id="321" r:id="rId9"/>
    <p:sldId id="335" r:id="rId10"/>
    <p:sldId id="338" r:id="rId11"/>
    <p:sldId id="323" r:id="rId12"/>
    <p:sldId id="324" r:id="rId13"/>
    <p:sldId id="325" r:id="rId14"/>
    <p:sldId id="339" r:id="rId15"/>
    <p:sldId id="340" r:id="rId16"/>
    <p:sldId id="341" r:id="rId17"/>
    <p:sldId id="314" r:id="rId18"/>
    <p:sldId id="316" r:id="rId19"/>
    <p:sldId id="342" r:id="rId20"/>
    <p:sldId id="343" r:id="rId21"/>
    <p:sldId id="322" r:id="rId22"/>
    <p:sldId id="344" r:id="rId23"/>
    <p:sldId id="284" r:id="rId24"/>
    <p:sldId id="294" r:id="rId25"/>
  </p:sldIdLst>
  <p:sldSz cx="12192000" cy="6858000"/>
  <p:notesSz cx="6858000" cy="9144000"/>
  <p:embeddedFontLst>
    <p:embeddedFont>
      <p:font typeface="Montserrat" panose="00000500000000000000" pitchFamily="2" charset="0"/>
      <p:regular r:id="rId28"/>
      <p:bold r:id="rId29"/>
      <p:italic r:id="rId30"/>
      <p:boldItalic r:id="rId31"/>
    </p:embeddedFont>
    <p:embeddedFont>
      <p:font typeface="Poppins" panose="00000500000000000000" pitchFamily="2" charset="0"/>
      <p:regular r:id="rId32"/>
      <p:bold r:id="rId33"/>
      <p:italic r:id="rId34"/>
      <p:boldItalic r:id="rId35"/>
    </p:embeddedFont>
    <p:embeddedFont>
      <p:font typeface="Roboto" panose="02000000000000000000" pitchFamily="2" charset="0"/>
      <p:regular r:id="rId36"/>
      <p:bold r:id="rId37"/>
      <p:italic r:id="rId38"/>
      <p:boldItalic r:id="rId39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731" autoAdjust="0"/>
  </p:normalViewPr>
  <p:slideViewPr>
    <p:cSldViewPr showGuides="1">
      <p:cViewPr varScale="1">
        <p:scale>
          <a:sx n="107" d="100"/>
          <a:sy n="107" d="100"/>
        </p:scale>
        <p:origin x="696" y="11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117" d="100"/>
          <a:sy n="117" d="100"/>
        </p:scale>
        <p:origin x="5058" y="12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font" Target="fonts/font12.fntdata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C1750BFB-F51D-4034-AE9E-F2497420C45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6D72DA7-4CC8-4F8A-8ADF-F6B0CD5DB6E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541CC2-1D5D-445D-B850-2D38B4828CC0}" type="datetimeFigureOut">
              <a:rPr lang="de-DE" smtClean="0"/>
              <a:t>29.01.2026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D900D5A-38F2-4EF8-9495-5816061DF08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EA423CE-D315-4F17-8456-77C47178CAF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27A255-89D6-4D21-81B9-8A151CCD5D9B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193923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+mn-lt"/>
              </a:defRPr>
            </a:lvl1pPr>
          </a:lstStyle>
          <a:p>
            <a:fld id="{707F95E9-B037-431A-8EFD-0BCDD6A168D0}" type="datetimeFigureOut">
              <a:rPr lang="de-DE" smtClean="0"/>
              <a:pPr/>
              <a:t>29.01.2026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7C120E6E-54C5-449B-819F-507B5F4810CA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320490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Poppins" panose="00000500000000000000" pitchFamily="2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Poppins" panose="00000500000000000000" pitchFamily="2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Poppins" panose="00000500000000000000" pitchFamily="2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Poppins" panose="00000500000000000000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emf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hteck 27">
            <a:extLst>
              <a:ext uri="{FF2B5EF4-FFF2-40B4-BE49-F238E27FC236}">
                <a16:creationId xmlns:a16="http://schemas.microsoft.com/office/drawing/2014/main" id="{E0191C1D-9D7A-491B-8147-367224F372A7}"/>
              </a:ext>
            </a:extLst>
          </p:cNvPr>
          <p:cNvSpPr/>
          <p:nvPr userDrawn="1"/>
        </p:nvSpPr>
        <p:spPr>
          <a:xfrm>
            <a:off x="192089" y="188913"/>
            <a:ext cx="11807824" cy="6480175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Poppins" panose="00000500000000000000" pitchFamily="2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4ABAC0E-10D0-468A-895E-CF87FAAEF1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762" y="618877"/>
            <a:ext cx="5118729" cy="2387600"/>
          </a:xfrm>
        </p:spPr>
        <p:txBody>
          <a:bodyPr anchor="ctr"/>
          <a:lstStyle>
            <a:lvl1pPr algn="l">
              <a:lnSpc>
                <a:spcPct val="93000"/>
              </a:lnSpc>
              <a:defRPr sz="3800"/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48581A5-C11C-4BC9-9238-820F99D556E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66763" y="5947482"/>
            <a:ext cx="5118728" cy="622888"/>
          </a:xfrm>
        </p:spPr>
        <p:txBody>
          <a:bodyPr anchor="ctr"/>
          <a:lstStyle>
            <a:lvl1pPr marL="0" indent="0" algn="l">
              <a:lnSpc>
                <a:spcPct val="90000"/>
              </a:lnSpc>
              <a:buNone/>
              <a:defRPr sz="1250" b="1">
                <a:solidFill>
                  <a:schemeClr val="tx2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Vorname Nachname</a:t>
            </a:r>
          </a:p>
        </p:txBody>
      </p: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4A8E313B-1D0A-4A5D-AE2C-A4D16DD0AC1E}"/>
              </a:ext>
            </a:extLst>
          </p:cNvPr>
          <p:cNvCxnSpPr>
            <a:cxnSpLocks/>
          </p:cNvCxnSpPr>
          <p:nvPr userDrawn="1"/>
        </p:nvCxnSpPr>
        <p:spPr>
          <a:xfrm>
            <a:off x="4618058" y="3429000"/>
            <a:ext cx="0" cy="1701101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BC96199C-0EA3-4D88-82F4-8B06FE6F3246}"/>
              </a:ext>
            </a:extLst>
          </p:cNvPr>
          <p:cNvCxnSpPr>
            <a:cxnSpLocks/>
          </p:cNvCxnSpPr>
          <p:nvPr userDrawn="1"/>
        </p:nvCxnSpPr>
        <p:spPr>
          <a:xfrm>
            <a:off x="3143672" y="5130101"/>
            <a:ext cx="2949273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685F4E5B-349A-49EA-B3C5-32D69EE400D2}"/>
              </a:ext>
            </a:extLst>
          </p:cNvPr>
          <p:cNvGrpSpPr/>
          <p:nvPr userDrawn="1"/>
        </p:nvGrpSpPr>
        <p:grpSpPr>
          <a:xfrm>
            <a:off x="3143671" y="3422734"/>
            <a:ext cx="2949274" cy="853684"/>
            <a:chOff x="2705165" y="4074299"/>
            <a:chExt cx="3399799" cy="504006"/>
          </a:xfrm>
        </p:grpSpPr>
        <p:cxnSp>
          <p:nvCxnSpPr>
            <p:cNvPr id="29" name="Gerader Verbinder 28">
              <a:extLst>
                <a:ext uri="{FF2B5EF4-FFF2-40B4-BE49-F238E27FC236}">
                  <a16:creationId xmlns:a16="http://schemas.microsoft.com/office/drawing/2014/main" id="{7552A9D8-8D4F-419E-82EE-2A860FE8F67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705165" y="4074299"/>
              <a:ext cx="1699900" cy="504006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Gerader Verbinder 32">
              <a:extLst>
                <a:ext uri="{FF2B5EF4-FFF2-40B4-BE49-F238E27FC236}">
                  <a16:creationId xmlns:a16="http://schemas.microsoft.com/office/drawing/2014/main" id="{C85D430D-F97C-447D-BF12-0AF5CD76DEA2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4405064" y="4074299"/>
              <a:ext cx="1699900" cy="504006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D8384F2B-869E-4CAA-9BE2-9470FD382CE8}"/>
              </a:ext>
            </a:extLst>
          </p:cNvPr>
          <p:cNvCxnSpPr>
            <a:cxnSpLocks/>
          </p:cNvCxnSpPr>
          <p:nvPr userDrawn="1"/>
        </p:nvCxnSpPr>
        <p:spPr>
          <a:xfrm>
            <a:off x="192088" y="3429001"/>
            <a:ext cx="11807825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29FB3BF1-327A-497B-A38E-B7BA1919C730}"/>
              </a:ext>
            </a:extLst>
          </p:cNvPr>
          <p:cNvCxnSpPr>
            <a:cxnSpLocks/>
          </p:cNvCxnSpPr>
          <p:nvPr userDrawn="1"/>
        </p:nvCxnSpPr>
        <p:spPr>
          <a:xfrm>
            <a:off x="3143672" y="3429000"/>
            <a:ext cx="0" cy="2349786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4741F339-81D1-4D75-BECE-059877E219F2}"/>
              </a:ext>
            </a:extLst>
          </p:cNvPr>
          <p:cNvCxnSpPr>
            <a:cxnSpLocks/>
          </p:cNvCxnSpPr>
          <p:nvPr userDrawn="1"/>
        </p:nvCxnSpPr>
        <p:spPr>
          <a:xfrm>
            <a:off x="192088" y="5778786"/>
            <a:ext cx="5900857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381D5917-047D-4F95-BD66-998EDD1C073B}"/>
              </a:ext>
            </a:extLst>
          </p:cNvPr>
          <p:cNvGrpSpPr/>
          <p:nvPr userDrawn="1"/>
        </p:nvGrpSpPr>
        <p:grpSpPr>
          <a:xfrm>
            <a:off x="3143671" y="4276418"/>
            <a:ext cx="2949274" cy="853683"/>
            <a:chOff x="2705165" y="4074299"/>
            <a:chExt cx="3399799" cy="504006"/>
          </a:xfrm>
        </p:grpSpPr>
        <p:cxnSp>
          <p:nvCxnSpPr>
            <p:cNvPr id="43" name="Gerader Verbinder 42">
              <a:extLst>
                <a:ext uri="{FF2B5EF4-FFF2-40B4-BE49-F238E27FC236}">
                  <a16:creationId xmlns:a16="http://schemas.microsoft.com/office/drawing/2014/main" id="{F6151C41-96BB-43B5-88F4-1641D617029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705165" y="4074299"/>
              <a:ext cx="1699900" cy="504006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Gerader Verbinder 43">
              <a:extLst>
                <a:ext uri="{FF2B5EF4-FFF2-40B4-BE49-F238E27FC236}">
                  <a16:creationId xmlns:a16="http://schemas.microsoft.com/office/drawing/2014/main" id="{D2547D75-E494-44EC-BE4A-D11945E5BFDF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4405064" y="4074299"/>
              <a:ext cx="1699900" cy="504006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5" name="Gerader Verbinder 44">
            <a:extLst>
              <a:ext uri="{FF2B5EF4-FFF2-40B4-BE49-F238E27FC236}">
                <a16:creationId xmlns:a16="http://schemas.microsoft.com/office/drawing/2014/main" id="{93CC2024-6DE1-4FAF-9E33-9B3EA7465747}"/>
              </a:ext>
            </a:extLst>
          </p:cNvPr>
          <p:cNvCxnSpPr>
            <a:cxnSpLocks/>
          </p:cNvCxnSpPr>
          <p:nvPr userDrawn="1"/>
        </p:nvCxnSpPr>
        <p:spPr>
          <a:xfrm>
            <a:off x="3143672" y="4276419"/>
            <a:ext cx="2949273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Ellipse 38">
            <a:extLst>
              <a:ext uri="{FF2B5EF4-FFF2-40B4-BE49-F238E27FC236}">
                <a16:creationId xmlns:a16="http://schemas.microsoft.com/office/drawing/2014/main" id="{1BF5950F-F6BB-45B8-B9D3-EF0DD9F520AE}"/>
              </a:ext>
            </a:extLst>
          </p:cNvPr>
          <p:cNvSpPr/>
          <p:nvPr userDrawn="1"/>
        </p:nvSpPr>
        <p:spPr>
          <a:xfrm>
            <a:off x="4570268" y="5083880"/>
            <a:ext cx="95579" cy="9557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Poppins" panose="00000500000000000000" pitchFamily="2" charset="0"/>
            </a:endParaRPr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297C045D-6817-4DC0-863D-F4511881D8D2}"/>
              </a:ext>
            </a:extLst>
          </p:cNvPr>
          <p:cNvSpPr/>
          <p:nvPr userDrawn="1"/>
        </p:nvSpPr>
        <p:spPr>
          <a:xfrm>
            <a:off x="4570268" y="4229319"/>
            <a:ext cx="95579" cy="9557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Poppins" panose="00000500000000000000" pitchFamily="2" charset="0"/>
            </a:endParaRPr>
          </a:p>
        </p:txBody>
      </p:sp>
      <p:sp>
        <p:nvSpPr>
          <p:cNvPr id="47" name="Ellipse 46">
            <a:extLst>
              <a:ext uri="{FF2B5EF4-FFF2-40B4-BE49-F238E27FC236}">
                <a16:creationId xmlns:a16="http://schemas.microsoft.com/office/drawing/2014/main" id="{85EADA80-188D-42C8-850C-0798FF7F7C88}"/>
              </a:ext>
            </a:extLst>
          </p:cNvPr>
          <p:cNvSpPr/>
          <p:nvPr userDrawn="1"/>
        </p:nvSpPr>
        <p:spPr>
          <a:xfrm>
            <a:off x="4570268" y="3381866"/>
            <a:ext cx="95579" cy="9557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Poppins" panose="00000500000000000000" pitchFamily="2" charset="0"/>
            </a:endParaRPr>
          </a:p>
        </p:txBody>
      </p:sp>
      <p:pic>
        <p:nvPicPr>
          <p:cNvPr id="48" name="Grafik 47">
            <a:extLst>
              <a:ext uri="{FF2B5EF4-FFF2-40B4-BE49-F238E27FC236}">
                <a16:creationId xmlns:a16="http://schemas.microsoft.com/office/drawing/2014/main" id="{348FFFB4-B958-4271-BBD2-32DCC112BF3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761" y="3962710"/>
            <a:ext cx="1852613" cy="1364753"/>
          </a:xfrm>
          <a:prstGeom prst="rect">
            <a:avLst/>
          </a:prstGeom>
        </p:spPr>
      </p:pic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A91D9099-FDAE-4EBA-9215-C94E1CD0DDAA}"/>
              </a:ext>
            </a:extLst>
          </p:cNvPr>
          <p:cNvCxnSpPr>
            <a:cxnSpLocks/>
          </p:cNvCxnSpPr>
          <p:nvPr userDrawn="1"/>
        </p:nvCxnSpPr>
        <p:spPr>
          <a:xfrm>
            <a:off x="6092945" y="188913"/>
            <a:ext cx="0" cy="6480175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Grafik 31">
            <a:extLst>
              <a:ext uri="{FF2B5EF4-FFF2-40B4-BE49-F238E27FC236}">
                <a16:creationId xmlns:a16="http://schemas.microsoft.com/office/drawing/2014/main" id="{FA27A065-798F-4D03-9301-A28E7C67730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94507" y="188913"/>
            <a:ext cx="3499294" cy="6480174"/>
          </a:xfrm>
          <a:prstGeom prst="rect">
            <a:avLst/>
          </a:prstGeom>
        </p:spPr>
      </p:pic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2E06732-278B-5711-CAB1-945C5D76BA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15680" y="5225680"/>
            <a:ext cx="2808309" cy="468000"/>
          </a:xfrm>
        </p:spPr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05593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hteck 27">
            <a:extLst>
              <a:ext uri="{FF2B5EF4-FFF2-40B4-BE49-F238E27FC236}">
                <a16:creationId xmlns:a16="http://schemas.microsoft.com/office/drawing/2014/main" id="{E0191C1D-9D7A-491B-8147-367224F372A7}"/>
              </a:ext>
            </a:extLst>
          </p:cNvPr>
          <p:cNvSpPr/>
          <p:nvPr userDrawn="1"/>
        </p:nvSpPr>
        <p:spPr>
          <a:xfrm>
            <a:off x="192089" y="188913"/>
            <a:ext cx="11807824" cy="6480175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Poppins" panose="00000500000000000000" pitchFamily="2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4ABAC0E-10D0-468A-895E-CF87FAAEF1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762" y="618877"/>
            <a:ext cx="5118729" cy="2387600"/>
          </a:xfrm>
        </p:spPr>
        <p:txBody>
          <a:bodyPr anchor="ctr"/>
          <a:lstStyle>
            <a:lvl1pPr algn="l">
              <a:lnSpc>
                <a:spcPct val="93000"/>
              </a:lnSpc>
              <a:defRPr sz="3800"/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48581A5-C11C-4BC9-9238-820F99D556E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66763" y="5947482"/>
            <a:ext cx="5118728" cy="622888"/>
          </a:xfrm>
        </p:spPr>
        <p:txBody>
          <a:bodyPr anchor="ctr"/>
          <a:lstStyle>
            <a:lvl1pPr marL="0" indent="0" algn="l">
              <a:lnSpc>
                <a:spcPct val="90000"/>
              </a:lnSpc>
              <a:buNone/>
              <a:defRPr sz="1250" b="1">
                <a:solidFill>
                  <a:schemeClr val="tx2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Vorname Nachname</a:t>
            </a:r>
          </a:p>
        </p:txBody>
      </p: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4A8E313B-1D0A-4A5D-AE2C-A4D16DD0AC1E}"/>
              </a:ext>
            </a:extLst>
          </p:cNvPr>
          <p:cNvCxnSpPr>
            <a:cxnSpLocks/>
          </p:cNvCxnSpPr>
          <p:nvPr userDrawn="1"/>
        </p:nvCxnSpPr>
        <p:spPr>
          <a:xfrm>
            <a:off x="4618058" y="3429000"/>
            <a:ext cx="0" cy="1701101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BC96199C-0EA3-4D88-82F4-8B06FE6F3246}"/>
              </a:ext>
            </a:extLst>
          </p:cNvPr>
          <p:cNvCxnSpPr>
            <a:cxnSpLocks/>
          </p:cNvCxnSpPr>
          <p:nvPr userDrawn="1"/>
        </p:nvCxnSpPr>
        <p:spPr>
          <a:xfrm>
            <a:off x="3143672" y="5130101"/>
            <a:ext cx="2949273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685F4E5B-349A-49EA-B3C5-32D69EE400D2}"/>
              </a:ext>
            </a:extLst>
          </p:cNvPr>
          <p:cNvGrpSpPr/>
          <p:nvPr userDrawn="1"/>
        </p:nvGrpSpPr>
        <p:grpSpPr>
          <a:xfrm>
            <a:off x="3143671" y="3422734"/>
            <a:ext cx="2949274" cy="853684"/>
            <a:chOff x="2705165" y="4074299"/>
            <a:chExt cx="3399799" cy="504006"/>
          </a:xfrm>
        </p:grpSpPr>
        <p:cxnSp>
          <p:nvCxnSpPr>
            <p:cNvPr id="29" name="Gerader Verbinder 28">
              <a:extLst>
                <a:ext uri="{FF2B5EF4-FFF2-40B4-BE49-F238E27FC236}">
                  <a16:creationId xmlns:a16="http://schemas.microsoft.com/office/drawing/2014/main" id="{7552A9D8-8D4F-419E-82EE-2A860FE8F67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705165" y="4074299"/>
              <a:ext cx="1699900" cy="504006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Gerader Verbinder 32">
              <a:extLst>
                <a:ext uri="{FF2B5EF4-FFF2-40B4-BE49-F238E27FC236}">
                  <a16:creationId xmlns:a16="http://schemas.microsoft.com/office/drawing/2014/main" id="{C85D430D-F97C-447D-BF12-0AF5CD76DEA2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4405064" y="4074299"/>
              <a:ext cx="1699900" cy="504006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D8384F2B-869E-4CAA-9BE2-9470FD382CE8}"/>
              </a:ext>
            </a:extLst>
          </p:cNvPr>
          <p:cNvCxnSpPr>
            <a:cxnSpLocks/>
          </p:cNvCxnSpPr>
          <p:nvPr userDrawn="1"/>
        </p:nvCxnSpPr>
        <p:spPr>
          <a:xfrm>
            <a:off x="192088" y="3429001"/>
            <a:ext cx="11807825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29FB3BF1-327A-497B-A38E-B7BA1919C730}"/>
              </a:ext>
            </a:extLst>
          </p:cNvPr>
          <p:cNvCxnSpPr>
            <a:cxnSpLocks/>
          </p:cNvCxnSpPr>
          <p:nvPr userDrawn="1"/>
        </p:nvCxnSpPr>
        <p:spPr>
          <a:xfrm>
            <a:off x="3143672" y="3429000"/>
            <a:ext cx="0" cy="2349786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4741F339-81D1-4D75-BECE-059877E219F2}"/>
              </a:ext>
            </a:extLst>
          </p:cNvPr>
          <p:cNvCxnSpPr>
            <a:cxnSpLocks/>
          </p:cNvCxnSpPr>
          <p:nvPr userDrawn="1"/>
        </p:nvCxnSpPr>
        <p:spPr>
          <a:xfrm>
            <a:off x="192088" y="5778786"/>
            <a:ext cx="11807825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381D5917-047D-4F95-BD66-998EDD1C073B}"/>
              </a:ext>
            </a:extLst>
          </p:cNvPr>
          <p:cNvGrpSpPr/>
          <p:nvPr userDrawn="1"/>
        </p:nvGrpSpPr>
        <p:grpSpPr>
          <a:xfrm>
            <a:off x="3143671" y="4276418"/>
            <a:ext cx="2949274" cy="853683"/>
            <a:chOff x="2705165" y="4074299"/>
            <a:chExt cx="3399799" cy="504006"/>
          </a:xfrm>
        </p:grpSpPr>
        <p:cxnSp>
          <p:nvCxnSpPr>
            <p:cNvPr id="43" name="Gerader Verbinder 42">
              <a:extLst>
                <a:ext uri="{FF2B5EF4-FFF2-40B4-BE49-F238E27FC236}">
                  <a16:creationId xmlns:a16="http://schemas.microsoft.com/office/drawing/2014/main" id="{F6151C41-96BB-43B5-88F4-1641D617029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705165" y="4074299"/>
              <a:ext cx="1699900" cy="504006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Gerader Verbinder 43">
              <a:extLst>
                <a:ext uri="{FF2B5EF4-FFF2-40B4-BE49-F238E27FC236}">
                  <a16:creationId xmlns:a16="http://schemas.microsoft.com/office/drawing/2014/main" id="{D2547D75-E494-44EC-BE4A-D11945E5BFDF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4405064" y="4074299"/>
              <a:ext cx="1699900" cy="504006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5" name="Gerader Verbinder 44">
            <a:extLst>
              <a:ext uri="{FF2B5EF4-FFF2-40B4-BE49-F238E27FC236}">
                <a16:creationId xmlns:a16="http://schemas.microsoft.com/office/drawing/2014/main" id="{93CC2024-6DE1-4FAF-9E33-9B3EA7465747}"/>
              </a:ext>
            </a:extLst>
          </p:cNvPr>
          <p:cNvCxnSpPr>
            <a:cxnSpLocks/>
          </p:cNvCxnSpPr>
          <p:nvPr userDrawn="1"/>
        </p:nvCxnSpPr>
        <p:spPr>
          <a:xfrm>
            <a:off x="3143672" y="4276419"/>
            <a:ext cx="2949273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Ellipse 38">
            <a:extLst>
              <a:ext uri="{FF2B5EF4-FFF2-40B4-BE49-F238E27FC236}">
                <a16:creationId xmlns:a16="http://schemas.microsoft.com/office/drawing/2014/main" id="{1BF5950F-F6BB-45B8-B9D3-EF0DD9F520AE}"/>
              </a:ext>
            </a:extLst>
          </p:cNvPr>
          <p:cNvSpPr/>
          <p:nvPr userDrawn="1"/>
        </p:nvSpPr>
        <p:spPr>
          <a:xfrm>
            <a:off x="4570268" y="5083880"/>
            <a:ext cx="95579" cy="9557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Poppins" panose="00000500000000000000" pitchFamily="2" charset="0"/>
            </a:endParaRPr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297C045D-6817-4DC0-863D-F4511881D8D2}"/>
              </a:ext>
            </a:extLst>
          </p:cNvPr>
          <p:cNvSpPr/>
          <p:nvPr userDrawn="1"/>
        </p:nvSpPr>
        <p:spPr>
          <a:xfrm>
            <a:off x="4570268" y="4229319"/>
            <a:ext cx="95579" cy="9557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Poppins" panose="00000500000000000000" pitchFamily="2" charset="0"/>
            </a:endParaRPr>
          </a:p>
        </p:txBody>
      </p:sp>
      <p:sp>
        <p:nvSpPr>
          <p:cNvPr id="47" name="Ellipse 46">
            <a:extLst>
              <a:ext uri="{FF2B5EF4-FFF2-40B4-BE49-F238E27FC236}">
                <a16:creationId xmlns:a16="http://schemas.microsoft.com/office/drawing/2014/main" id="{85EADA80-188D-42C8-850C-0798FF7F7C88}"/>
              </a:ext>
            </a:extLst>
          </p:cNvPr>
          <p:cNvSpPr/>
          <p:nvPr userDrawn="1"/>
        </p:nvSpPr>
        <p:spPr>
          <a:xfrm>
            <a:off x="4570268" y="3381866"/>
            <a:ext cx="95579" cy="9557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Poppins" panose="00000500000000000000" pitchFamily="2" charset="0"/>
            </a:endParaRPr>
          </a:p>
        </p:txBody>
      </p:sp>
      <p:pic>
        <p:nvPicPr>
          <p:cNvPr id="48" name="Grafik 47">
            <a:extLst>
              <a:ext uri="{FF2B5EF4-FFF2-40B4-BE49-F238E27FC236}">
                <a16:creationId xmlns:a16="http://schemas.microsoft.com/office/drawing/2014/main" id="{348FFFB4-B958-4271-BBD2-32DCC112BF3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761" y="3962710"/>
            <a:ext cx="1852613" cy="1364753"/>
          </a:xfrm>
          <a:prstGeom prst="rect">
            <a:avLst/>
          </a:prstGeom>
        </p:spPr>
      </p:pic>
      <p:sp>
        <p:nvSpPr>
          <p:cNvPr id="27" name="Bildplatzhalter 10">
            <a:extLst>
              <a:ext uri="{FF2B5EF4-FFF2-40B4-BE49-F238E27FC236}">
                <a16:creationId xmlns:a16="http://schemas.microsoft.com/office/drawing/2014/main" id="{F81D95CA-5FFB-4E60-A0D0-9361EBF7F7A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2947" y="188914"/>
            <a:ext cx="5906965" cy="6480174"/>
          </a:xfrm>
          <a:solidFill>
            <a:schemeClr val="bg1">
              <a:lumMod val="8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A91D9099-FDAE-4EBA-9215-C94E1CD0DDAA}"/>
              </a:ext>
            </a:extLst>
          </p:cNvPr>
          <p:cNvCxnSpPr>
            <a:cxnSpLocks/>
          </p:cNvCxnSpPr>
          <p:nvPr userDrawn="1"/>
        </p:nvCxnSpPr>
        <p:spPr>
          <a:xfrm>
            <a:off x="6092945" y="188913"/>
            <a:ext cx="0" cy="6480175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D249649-B19B-7E6F-A1E3-BECDAA8BAAB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215679" y="5225680"/>
            <a:ext cx="2809867" cy="468294"/>
          </a:xfrm>
        </p:spPr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75941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6DDEDCE2-0AD1-4B41-8126-CDC8449F2098}"/>
              </a:ext>
            </a:extLst>
          </p:cNvPr>
          <p:cNvGrpSpPr/>
          <p:nvPr userDrawn="1"/>
        </p:nvGrpSpPr>
        <p:grpSpPr>
          <a:xfrm>
            <a:off x="190675" y="4406818"/>
            <a:ext cx="2195624" cy="1282120"/>
            <a:chOff x="190675" y="4406818"/>
            <a:chExt cx="2195624" cy="1282120"/>
          </a:xfrm>
        </p:grpSpPr>
        <p:cxnSp>
          <p:nvCxnSpPr>
            <p:cNvPr id="20" name="Gerader Verbinder 19">
              <a:extLst>
                <a:ext uri="{FF2B5EF4-FFF2-40B4-BE49-F238E27FC236}">
                  <a16:creationId xmlns:a16="http://schemas.microsoft.com/office/drawing/2014/main" id="{666C1B83-CA75-416D-B10E-98F460D6D6B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90675" y="5047878"/>
              <a:ext cx="1584642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8" name="Grafik 27">
              <a:extLst>
                <a:ext uri="{FF2B5EF4-FFF2-40B4-BE49-F238E27FC236}">
                  <a16:creationId xmlns:a16="http://schemas.microsoft.com/office/drawing/2014/main" id="{CAEF280B-FE1F-4FD5-96B2-FED07A790FF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93874" y="4406818"/>
              <a:ext cx="2192425" cy="1282120"/>
            </a:xfrm>
            <a:prstGeom prst="rect">
              <a:avLst/>
            </a:prstGeom>
          </p:spPr>
        </p:pic>
      </p:grpSp>
      <p:sp>
        <p:nvSpPr>
          <p:cNvPr id="22" name="Rechteck 21">
            <a:extLst>
              <a:ext uri="{FF2B5EF4-FFF2-40B4-BE49-F238E27FC236}">
                <a16:creationId xmlns:a16="http://schemas.microsoft.com/office/drawing/2014/main" id="{731C7E99-4681-4783-8DF1-81B09C5F0D9D}"/>
              </a:ext>
            </a:extLst>
          </p:cNvPr>
          <p:cNvSpPr/>
          <p:nvPr userDrawn="1"/>
        </p:nvSpPr>
        <p:spPr>
          <a:xfrm>
            <a:off x="3719736" y="188913"/>
            <a:ext cx="7129239" cy="64801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Poppins" panose="00000500000000000000" pitchFamily="2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FA1BEE5-F9DE-46C0-AB27-091690C23906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82663" y="620688"/>
            <a:ext cx="2557054" cy="2387596"/>
          </a:xfrm>
        </p:spPr>
        <p:txBody>
          <a:bodyPr/>
          <a:lstStyle>
            <a:lvl1pPr>
              <a:lnSpc>
                <a:spcPct val="93000"/>
              </a:lnSpc>
              <a:defRPr sz="3800"/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26" name="Textplatzhalter 25">
            <a:extLst>
              <a:ext uri="{FF2B5EF4-FFF2-40B4-BE49-F238E27FC236}">
                <a16:creationId xmlns:a16="http://schemas.microsoft.com/office/drawing/2014/main" id="{3ACCB4FD-DE48-4FE1-8660-EDED57E8DE3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30291" y="1134269"/>
            <a:ext cx="6086881" cy="4958556"/>
          </a:xfrm>
        </p:spPr>
        <p:txBody>
          <a:bodyPr/>
          <a:lstStyle>
            <a:lvl1pPr marL="422275" indent="-422275">
              <a:lnSpc>
                <a:spcPct val="93000"/>
              </a:lnSpc>
              <a:spcAft>
                <a:spcPts val="2100"/>
              </a:spcAft>
              <a:buFont typeface="+mj-lt"/>
              <a:buAutoNum type="arabicPeriod"/>
              <a:defRPr sz="2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5D08EA76-CFAB-4FE3-AF75-AE9CD2D80941}"/>
              </a:ext>
            </a:extLst>
          </p:cNvPr>
          <p:cNvSpPr/>
          <p:nvPr userDrawn="1"/>
        </p:nvSpPr>
        <p:spPr>
          <a:xfrm>
            <a:off x="192089" y="188913"/>
            <a:ext cx="11807824" cy="6480175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Poppins" panose="00000500000000000000" pitchFamily="2" charset="0"/>
            </a:endParaRPr>
          </a:p>
        </p:txBody>
      </p: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9B4E3E58-E68C-4D37-B9F7-03F6F4CB1EB8}"/>
              </a:ext>
            </a:extLst>
          </p:cNvPr>
          <p:cNvCxnSpPr>
            <a:cxnSpLocks/>
          </p:cNvCxnSpPr>
          <p:nvPr userDrawn="1"/>
        </p:nvCxnSpPr>
        <p:spPr>
          <a:xfrm>
            <a:off x="10844213" y="188912"/>
            <a:ext cx="0" cy="6480176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076778FE-41EB-44A1-8BBF-BE2578026864}"/>
              </a:ext>
            </a:extLst>
          </p:cNvPr>
          <p:cNvCxnSpPr>
            <a:cxnSpLocks/>
            <a:endCxn id="25" idx="3"/>
          </p:cNvCxnSpPr>
          <p:nvPr userDrawn="1"/>
        </p:nvCxnSpPr>
        <p:spPr>
          <a:xfrm>
            <a:off x="10844213" y="3429001"/>
            <a:ext cx="11557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AD644C35-93C8-4B3A-B63E-5C19A27FBA82}"/>
              </a:ext>
            </a:extLst>
          </p:cNvPr>
          <p:cNvCxnSpPr>
            <a:cxnSpLocks/>
          </p:cNvCxnSpPr>
          <p:nvPr userDrawn="1"/>
        </p:nvCxnSpPr>
        <p:spPr>
          <a:xfrm>
            <a:off x="10844213" y="6092825"/>
            <a:ext cx="11557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Grafik 30">
            <a:extLst>
              <a:ext uri="{FF2B5EF4-FFF2-40B4-BE49-F238E27FC236}">
                <a16:creationId xmlns:a16="http://schemas.microsoft.com/office/drawing/2014/main" id="{A250A724-A144-4A15-9FF5-8C95AAB4D4C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9464" y="469529"/>
            <a:ext cx="569961" cy="161239"/>
          </a:xfrm>
          <a:prstGeom prst="rect">
            <a:avLst/>
          </a:prstGeom>
        </p:spPr>
      </p:pic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4E70DDC1-5607-4BBE-9C27-DD62813130E7}"/>
              </a:ext>
            </a:extLst>
          </p:cNvPr>
          <p:cNvCxnSpPr>
            <a:cxnSpLocks/>
          </p:cNvCxnSpPr>
          <p:nvPr userDrawn="1"/>
        </p:nvCxnSpPr>
        <p:spPr>
          <a:xfrm>
            <a:off x="3719736" y="188912"/>
            <a:ext cx="0" cy="6480176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5E9F5C7C-9DB4-4E51-A4B5-A2EFF7983328}"/>
              </a:ext>
            </a:extLst>
          </p:cNvPr>
          <p:cNvCxnSpPr>
            <a:cxnSpLocks/>
          </p:cNvCxnSpPr>
          <p:nvPr userDrawn="1"/>
        </p:nvCxnSpPr>
        <p:spPr>
          <a:xfrm>
            <a:off x="192088" y="3429001"/>
            <a:ext cx="3527648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D5439654-56BA-AE6E-9B04-9C1A53F5548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22F2F84B-9C89-42E2-B6E3-D87A238FE9BE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48033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renn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A1BEE5-F9DE-46C0-AB27-091690C23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763" y="1233112"/>
            <a:ext cx="9650412" cy="1784604"/>
          </a:xfrm>
        </p:spPr>
        <p:txBody>
          <a:bodyPr anchor="t"/>
          <a:lstStyle>
            <a:lvl1pPr marL="450850" indent="-450850">
              <a:tabLst>
                <a:tab pos="450850" algn="l"/>
              </a:tabLst>
              <a:defRPr sz="3800"/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55EA88DC-0D8D-4C9E-8A5B-A62422675307}"/>
              </a:ext>
            </a:extLst>
          </p:cNvPr>
          <p:cNvSpPr/>
          <p:nvPr userDrawn="1"/>
        </p:nvSpPr>
        <p:spPr>
          <a:xfrm>
            <a:off x="192089" y="188913"/>
            <a:ext cx="11807824" cy="6480175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Poppins" panose="00000500000000000000" pitchFamily="2" charset="0"/>
            </a:endParaRPr>
          </a:p>
        </p:txBody>
      </p: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98AD87BC-5B07-4DB0-8DAE-DA3D9B3F3443}"/>
              </a:ext>
            </a:extLst>
          </p:cNvPr>
          <p:cNvCxnSpPr>
            <a:cxnSpLocks/>
          </p:cNvCxnSpPr>
          <p:nvPr userDrawn="1"/>
        </p:nvCxnSpPr>
        <p:spPr>
          <a:xfrm>
            <a:off x="10844213" y="188912"/>
            <a:ext cx="0" cy="6480176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1C0D9DD7-3695-4071-B5E3-FCB6BC390235}"/>
              </a:ext>
            </a:extLst>
          </p:cNvPr>
          <p:cNvCxnSpPr>
            <a:cxnSpLocks/>
            <a:endCxn id="18" idx="3"/>
          </p:cNvCxnSpPr>
          <p:nvPr userDrawn="1"/>
        </p:nvCxnSpPr>
        <p:spPr>
          <a:xfrm>
            <a:off x="192088" y="3429001"/>
            <a:ext cx="11807825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D7C71B0D-2235-433D-875F-8036848DFEA8}"/>
              </a:ext>
            </a:extLst>
          </p:cNvPr>
          <p:cNvCxnSpPr>
            <a:cxnSpLocks/>
          </p:cNvCxnSpPr>
          <p:nvPr userDrawn="1"/>
        </p:nvCxnSpPr>
        <p:spPr>
          <a:xfrm>
            <a:off x="10844213" y="6092825"/>
            <a:ext cx="11557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Grafik 23">
            <a:extLst>
              <a:ext uri="{FF2B5EF4-FFF2-40B4-BE49-F238E27FC236}">
                <a16:creationId xmlns:a16="http://schemas.microsoft.com/office/drawing/2014/main" id="{ECC98065-FF28-44B6-806A-E394C81DB76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9464" y="469529"/>
            <a:ext cx="569961" cy="161239"/>
          </a:xfrm>
          <a:prstGeom prst="rect">
            <a:avLst/>
          </a:prstGeom>
        </p:spPr>
      </p:pic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B4013528-5B0A-4C01-8EE6-61DFF932BB0E}"/>
              </a:ext>
            </a:extLst>
          </p:cNvPr>
          <p:cNvGrpSpPr/>
          <p:nvPr userDrawn="1"/>
        </p:nvGrpSpPr>
        <p:grpSpPr>
          <a:xfrm>
            <a:off x="192086" y="3426141"/>
            <a:ext cx="9719047" cy="3242945"/>
            <a:chOff x="407989" y="3426142"/>
            <a:chExt cx="9080567" cy="3029904"/>
          </a:xfrm>
        </p:grpSpPr>
        <p:pic>
          <p:nvPicPr>
            <p:cNvPr id="13" name="Grafik 12">
              <a:extLst>
                <a:ext uri="{FF2B5EF4-FFF2-40B4-BE49-F238E27FC236}">
                  <a16:creationId xmlns:a16="http://schemas.microsoft.com/office/drawing/2014/main" id="{0F0915A3-4AFB-4023-BE5A-5A4995BAE47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31526" y="4047913"/>
              <a:ext cx="1775012" cy="1788465"/>
            </a:xfrm>
            <a:prstGeom prst="rect">
              <a:avLst/>
            </a:prstGeom>
          </p:spPr>
        </p:pic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FC48FD73-1425-44E4-91C7-BDD4D0B8312D}"/>
                </a:ext>
              </a:extLst>
            </p:cNvPr>
            <p:cNvSpPr/>
            <p:nvPr userDrawn="1"/>
          </p:nvSpPr>
          <p:spPr>
            <a:xfrm>
              <a:off x="407989" y="3431102"/>
              <a:ext cx="3022086" cy="3022086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b="0" i="0" dirty="0">
                <a:latin typeface="Poppins" panose="00000500000000000000" pitchFamily="2" charset="0"/>
              </a:endParaRPr>
            </a:p>
          </p:txBody>
        </p:sp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FA39A814-DF3A-4863-B725-B87B159363D9}"/>
                </a:ext>
              </a:extLst>
            </p:cNvPr>
            <p:cNvSpPr/>
            <p:nvPr userDrawn="1"/>
          </p:nvSpPr>
          <p:spPr>
            <a:xfrm>
              <a:off x="3436174" y="3431102"/>
              <a:ext cx="3022086" cy="3022086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b="0" i="0" dirty="0">
                <a:latin typeface="Poppins" panose="00000500000000000000" pitchFamily="2" charset="0"/>
              </a:endParaRPr>
            </a:p>
          </p:txBody>
        </p:sp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93E21D91-B7B5-49B4-8C66-F0AC6BC945E1}"/>
                </a:ext>
              </a:extLst>
            </p:cNvPr>
            <p:cNvSpPr/>
            <p:nvPr userDrawn="1"/>
          </p:nvSpPr>
          <p:spPr>
            <a:xfrm>
              <a:off x="6466470" y="3431102"/>
              <a:ext cx="3022086" cy="3022086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b="0" i="0" dirty="0">
                <a:latin typeface="Poppins" panose="00000500000000000000" pitchFamily="2" charset="0"/>
              </a:endParaRPr>
            </a:p>
          </p:txBody>
        </p:sp>
        <p:cxnSp>
          <p:nvCxnSpPr>
            <p:cNvPr id="17" name="Gerader Verbinder 16">
              <a:extLst>
                <a:ext uri="{FF2B5EF4-FFF2-40B4-BE49-F238E27FC236}">
                  <a16:creationId xmlns:a16="http://schemas.microsoft.com/office/drawing/2014/main" id="{5000E525-1EF1-4519-9A0B-EF1DCBF9BAF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488556" y="3426142"/>
              <a:ext cx="0" cy="3027046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C66FF370-75FF-4A06-B2E4-9D1D30D1DE2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461413" y="3426142"/>
              <a:ext cx="0" cy="3027046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DA3D36C3-FBF8-4D48-881F-F10A9ECE61E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433885" y="3429000"/>
              <a:ext cx="0" cy="3027046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4EAA33A-6452-4ACF-C7E5-EFFEA0A9326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2F2F84B-9C89-42E2-B6E3-D87A238FE9BE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59442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renn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A1BEE5-F9DE-46C0-AB27-091690C23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763" y="1233112"/>
            <a:ext cx="9650412" cy="1784604"/>
          </a:xfrm>
        </p:spPr>
        <p:txBody>
          <a:bodyPr anchor="t"/>
          <a:lstStyle>
            <a:lvl1pPr marL="450850" indent="-450850">
              <a:tabLst>
                <a:tab pos="450850" algn="l"/>
              </a:tabLst>
              <a:defRPr sz="3800"/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D87EA018-02CF-425C-A520-FB36C46D52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763" y="4041068"/>
            <a:ext cx="9505701" cy="2026015"/>
          </a:xfrm>
          <a:prstGeom prst="rect">
            <a:avLst/>
          </a:prstGeom>
        </p:spPr>
      </p:pic>
      <p:sp>
        <p:nvSpPr>
          <p:cNvPr id="18" name="Rechteck 17">
            <a:extLst>
              <a:ext uri="{FF2B5EF4-FFF2-40B4-BE49-F238E27FC236}">
                <a16:creationId xmlns:a16="http://schemas.microsoft.com/office/drawing/2014/main" id="{55EA88DC-0D8D-4C9E-8A5B-A62422675307}"/>
              </a:ext>
            </a:extLst>
          </p:cNvPr>
          <p:cNvSpPr/>
          <p:nvPr userDrawn="1"/>
        </p:nvSpPr>
        <p:spPr>
          <a:xfrm>
            <a:off x="192089" y="188913"/>
            <a:ext cx="11807824" cy="6480175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Poppins" panose="00000500000000000000" pitchFamily="2" charset="0"/>
            </a:endParaRPr>
          </a:p>
        </p:txBody>
      </p: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98AD87BC-5B07-4DB0-8DAE-DA3D9B3F3443}"/>
              </a:ext>
            </a:extLst>
          </p:cNvPr>
          <p:cNvCxnSpPr>
            <a:cxnSpLocks/>
          </p:cNvCxnSpPr>
          <p:nvPr userDrawn="1"/>
        </p:nvCxnSpPr>
        <p:spPr>
          <a:xfrm>
            <a:off x="10844213" y="188912"/>
            <a:ext cx="0" cy="6480176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1C0D9DD7-3695-4071-B5E3-FCB6BC390235}"/>
              </a:ext>
            </a:extLst>
          </p:cNvPr>
          <p:cNvCxnSpPr>
            <a:cxnSpLocks/>
            <a:endCxn id="18" idx="3"/>
          </p:cNvCxnSpPr>
          <p:nvPr userDrawn="1"/>
        </p:nvCxnSpPr>
        <p:spPr>
          <a:xfrm>
            <a:off x="192088" y="3429001"/>
            <a:ext cx="11807825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D7C71B0D-2235-433D-875F-8036848DFEA8}"/>
              </a:ext>
            </a:extLst>
          </p:cNvPr>
          <p:cNvCxnSpPr>
            <a:cxnSpLocks/>
          </p:cNvCxnSpPr>
          <p:nvPr userDrawn="1"/>
        </p:nvCxnSpPr>
        <p:spPr>
          <a:xfrm>
            <a:off x="10844213" y="6092825"/>
            <a:ext cx="11557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Grafik 23">
            <a:extLst>
              <a:ext uri="{FF2B5EF4-FFF2-40B4-BE49-F238E27FC236}">
                <a16:creationId xmlns:a16="http://schemas.microsoft.com/office/drawing/2014/main" id="{ECC98065-FF28-44B6-806A-E394C81DB76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9464" y="469529"/>
            <a:ext cx="569961" cy="161239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4AA7DE7-3B94-D163-6D35-7741EDE8F7E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2F2F84B-9C89-42E2-B6E3-D87A238FE9BE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5855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renn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ihandform: Form 12">
            <a:extLst>
              <a:ext uri="{FF2B5EF4-FFF2-40B4-BE49-F238E27FC236}">
                <a16:creationId xmlns:a16="http://schemas.microsoft.com/office/drawing/2014/main" id="{1E7ECBEB-2BFB-4BCD-9890-81816CE469D7}"/>
              </a:ext>
            </a:extLst>
          </p:cNvPr>
          <p:cNvSpPr/>
          <p:nvPr userDrawn="1"/>
        </p:nvSpPr>
        <p:spPr>
          <a:xfrm>
            <a:off x="192087" y="5552477"/>
            <a:ext cx="9849987" cy="1114761"/>
          </a:xfrm>
          <a:custGeom>
            <a:avLst/>
            <a:gdLst>
              <a:gd name="connsiteX0" fmla="*/ 0 w 9145445"/>
              <a:gd name="connsiteY0" fmla="*/ 0 h 1035519"/>
              <a:gd name="connsiteX1" fmla="*/ 9145445 w 9145445"/>
              <a:gd name="connsiteY1" fmla="*/ 0 h 1035519"/>
              <a:gd name="connsiteX2" fmla="*/ 9145445 w 9145445"/>
              <a:gd name="connsiteY2" fmla="*/ 1035519 h 1035519"/>
              <a:gd name="connsiteX3" fmla="*/ 0 w 9145445"/>
              <a:gd name="connsiteY3" fmla="*/ 1035519 h 1035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5445" h="1035519">
                <a:moveTo>
                  <a:pt x="0" y="0"/>
                </a:moveTo>
                <a:lnTo>
                  <a:pt x="9145445" y="0"/>
                </a:lnTo>
                <a:lnTo>
                  <a:pt x="9145445" y="1035519"/>
                </a:lnTo>
                <a:lnTo>
                  <a:pt x="0" y="1035519"/>
                </a:lnTo>
                <a:close/>
              </a:path>
            </a:pathLst>
          </a:custGeom>
          <a:solidFill>
            <a:srgbClr val="F0F0F0"/>
          </a:solidFill>
          <a:ln w="6359" cap="flat">
            <a:noFill/>
            <a:prstDash val="solid"/>
            <a:miter/>
          </a:ln>
        </p:spPr>
        <p:txBody>
          <a:bodyPr rtlCol="0" anchor="ctr"/>
          <a:lstStyle/>
          <a:p>
            <a:endParaRPr lang="de-DE" b="0" i="0" dirty="0">
              <a:latin typeface="Poppins" panose="00000500000000000000" pitchFamily="2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FA1BEE5-F9DE-46C0-AB27-091690C23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763" y="1233112"/>
            <a:ext cx="9650412" cy="1784604"/>
          </a:xfrm>
        </p:spPr>
        <p:txBody>
          <a:bodyPr anchor="t"/>
          <a:lstStyle>
            <a:lvl1pPr marL="450850" indent="-450850">
              <a:tabLst>
                <a:tab pos="450850" algn="l"/>
              </a:tabLst>
              <a:defRPr sz="3800"/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55EA88DC-0D8D-4C9E-8A5B-A62422675307}"/>
              </a:ext>
            </a:extLst>
          </p:cNvPr>
          <p:cNvSpPr/>
          <p:nvPr userDrawn="1"/>
        </p:nvSpPr>
        <p:spPr>
          <a:xfrm>
            <a:off x="192089" y="188913"/>
            <a:ext cx="11807824" cy="6480175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Poppins" panose="00000500000000000000" pitchFamily="2" charset="0"/>
            </a:endParaRPr>
          </a:p>
        </p:txBody>
      </p: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98AD87BC-5B07-4DB0-8DAE-DA3D9B3F3443}"/>
              </a:ext>
            </a:extLst>
          </p:cNvPr>
          <p:cNvCxnSpPr>
            <a:cxnSpLocks/>
          </p:cNvCxnSpPr>
          <p:nvPr userDrawn="1"/>
        </p:nvCxnSpPr>
        <p:spPr>
          <a:xfrm>
            <a:off x="10844213" y="188912"/>
            <a:ext cx="0" cy="6480176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1C0D9DD7-3695-4071-B5E3-FCB6BC390235}"/>
              </a:ext>
            </a:extLst>
          </p:cNvPr>
          <p:cNvCxnSpPr>
            <a:cxnSpLocks/>
            <a:endCxn id="18" idx="3"/>
          </p:cNvCxnSpPr>
          <p:nvPr userDrawn="1"/>
        </p:nvCxnSpPr>
        <p:spPr>
          <a:xfrm>
            <a:off x="192088" y="3429001"/>
            <a:ext cx="11807825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D7C71B0D-2235-433D-875F-8036848DFEA8}"/>
              </a:ext>
            </a:extLst>
          </p:cNvPr>
          <p:cNvCxnSpPr>
            <a:cxnSpLocks/>
          </p:cNvCxnSpPr>
          <p:nvPr userDrawn="1"/>
        </p:nvCxnSpPr>
        <p:spPr>
          <a:xfrm>
            <a:off x="10844213" y="6092825"/>
            <a:ext cx="11557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Grafik 23">
            <a:extLst>
              <a:ext uri="{FF2B5EF4-FFF2-40B4-BE49-F238E27FC236}">
                <a16:creationId xmlns:a16="http://schemas.microsoft.com/office/drawing/2014/main" id="{ECC98065-FF28-44B6-806A-E394C81DB76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9464" y="469529"/>
            <a:ext cx="569961" cy="161239"/>
          </a:xfrm>
          <a:prstGeom prst="rect">
            <a:avLst/>
          </a:prstGeom>
        </p:spPr>
      </p:pic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BE8E2DFD-85A4-447D-BF27-890A003DB82A}"/>
              </a:ext>
            </a:extLst>
          </p:cNvPr>
          <p:cNvCxnSpPr>
            <a:cxnSpLocks/>
          </p:cNvCxnSpPr>
          <p:nvPr userDrawn="1"/>
        </p:nvCxnSpPr>
        <p:spPr>
          <a:xfrm>
            <a:off x="6982259" y="3426142"/>
            <a:ext cx="0" cy="2133437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6D41B777-5F65-4D6E-A868-DD763301890D}"/>
              </a:ext>
            </a:extLst>
          </p:cNvPr>
          <p:cNvCxnSpPr>
            <a:cxnSpLocks/>
          </p:cNvCxnSpPr>
          <p:nvPr userDrawn="1"/>
        </p:nvCxnSpPr>
        <p:spPr>
          <a:xfrm>
            <a:off x="7492228" y="3426142"/>
            <a:ext cx="0" cy="2126335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6C2BD39E-E989-41EF-9F7B-64EE0FB5971E}"/>
              </a:ext>
            </a:extLst>
          </p:cNvPr>
          <p:cNvCxnSpPr>
            <a:cxnSpLocks/>
          </p:cNvCxnSpPr>
          <p:nvPr userDrawn="1"/>
        </p:nvCxnSpPr>
        <p:spPr>
          <a:xfrm>
            <a:off x="8002197" y="3426142"/>
            <a:ext cx="0" cy="2126335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C8DF0095-BA63-4255-A578-2BB9B866B13F}"/>
              </a:ext>
            </a:extLst>
          </p:cNvPr>
          <p:cNvCxnSpPr>
            <a:cxnSpLocks/>
          </p:cNvCxnSpPr>
          <p:nvPr userDrawn="1"/>
        </p:nvCxnSpPr>
        <p:spPr>
          <a:xfrm>
            <a:off x="8512167" y="3426142"/>
            <a:ext cx="0" cy="2126335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B147AF5D-71CE-43CD-8795-9121D891CE38}"/>
              </a:ext>
            </a:extLst>
          </p:cNvPr>
          <p:cNvCxnSpPr>
            <a:cxnSpLocks/>
          </p:cNvCxnSpPr>
          <p:nvPr userDrawn="1"/>
        </p:nvCxnSpPr>
        <p:spPr>
          <a:xfrm>
            <a:off x="9022137" y="3426142"/>
            <a:ext cx="0" cy="2133437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49761C52-8C60-4B13-8865-2FD6E2A11086}"/>
              </a:ext>
            </a:extLst>
          </p:cNvPr>
          <p:cNvCxnSpPr>
            <a:cxnSpLocks/>
          </p:cNvCxnSpPr>
          <p:nvPr userDrawn="1"/>
        </p:nvCxnSpPr>
        <p:spPr>
          <a:xfrm>
            <a:off x="9532106" y="3426142"/>
            <a:ext cx="0" cy="2126335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F7B94B6A-2E6F-4007-B4D5-06AC0C1A8E61}"/>
              </a:ext>
            </a:extLst>
          </p:cNvPr>
          <p:cNvCxnSpPr>
            <a:cxnSpLocks/>
          </p:cNvCxnSpPr>
          <p:nvPr userDrawn="1"/>
        </p:nvCxnSpPr>
        <p:spPr>
          <a:xfrm>
            <a:off x="10042076" y="3426142"/>
            <a:ext cx="0" cy="3242946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Freihandform: Form 26">
            <a:extLst>
              <a:ext uri="{FF2B5EF4-FFF2-40B4-BE49-F238E27FC236}">
                <a16:creationId xmlns:a16="http://schemas.microsoft.com/office/drawing/2014/main" id="{3E9967A7-E2B9-414E-8184-12F9D157FF7B}"/>
              </a:ext>
            </a:extLst>
          </p:cNvPr>
          <p:cNvSpPr/>
          <p:nvPr userDrawn="1"/>
        </p:nvSpPr>
        <p:spPr>
          <a:xfrm>
            <a:off x="9886080" y="4697944"/>
            <a:ext cx="302532" cy="302532"/>
          </a:xfrm>
          <a:custGeom>
            <a:avLst/>
            <a:gdLst>
              <a:gd name="connsiteX0" fmla="*/ 151266 w 302532"/>
              <a:gd name="connsiteY0" fmla="*/ 0 h 302532"/>
              <a:gd name="connsiteX1" fmla="*/ 0 w 302532"/>
              <a:gd name="connsiteY1" fmla="*/ 151266 h 302532"/>
              <a:gd name="connsiteX2" fmla="*/ 151266 w 302532"/>
              <a:gd name="connsiteY2" fmla="*/ 302533 h 302532"/>
              <a:gd name="connsiteX3" fmla="*/ 302532 w 302532"/>
              <a:gd name="connsiteY3" fmla="*/ 151266 h 302532"/>
              <a:gd name="connsiteX4" fmla="*/ 151266 w 302532"/>
              <a:gd name="connsiteY4" fmla="*/ 0 h 302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2532" h="302532">
                <a:moveTo>
                  <a:pt x="151266" y="0"/>
                </a:moveTo>
                <a:cubicBezTo>
                  <a:pt x="67745" y="0"/>
                  <a:pt x="0" y="67682"/>
                  <a:pt x="0" y="151266"/>
                </a:cubicBezTo>
                <a:cubicBezTo>
                  <a:pt x="0" y="234724"/>
                  <a:pt x="67745" y="302533"/>
                  <a:pt x="151266" y="302533"/>
                </a:cubicBezTo>
                <a:cubicBezTo>
                  <a:pt x="234787" y="302533"/>
                  <a:pt x="302532" y="234724"/>
                  <a:pt x="302532" y="151266"/>
                </a:cubicBezTo>
                <a:cubicBezTo>
                  <a:pt x="302596" y="67682"/>
                  <a:pt x="234850" y="0"/>
                  <a:pt x="151266" y="0"/>
                </a:cubicBezTo>
              </a:path>
            </a:pathLst>
          </a:custGeom>
          <a:solidFill>
            <a:srgbClr val="FFAEA2"/>
          </a:solidFill>
          <a:ln w="6359" cap="flat">
            <a:noFill/>
            <a:prstDash val="solid"/>
            <a:miter/>
          </a:ln>
        </p:spPr>
        <p:txBody>
          <a:bodyPr rtlCol="0" anchor="ctr"/>
          <a:lstStyle/>
          <a:p>
            <a:endParaRPr lang="de-DE" b="0" i="0" dirty="0">
              <a:latin typeface="Poppins" panose="00000500000000000000" pitchFamily="2" charset="0"/>
            </a:endParaRPr>
          </a:p>
        </p:txBody>
      </p:sp>
      <p:sp>
        <p:nvSpPr>
          <p:cNvPr id="28" name="Freihandform: Form 27">
            <a:extLst>
              <a:ext uri="{FF2B5EF4-FFF2-40B4-BE49-F238E27FC236}">
                <a16:creationId xmlns:a16="http://schemas.microsoft.com/office/drawing/2014/main" id="{02B6F986-AB95-4CAD-A76B-80B994D178DA}"/>
              </a:ext>
            </a:extLst>
          </p:cNvPr>
          <p:cNvSpPr/>
          <p:nvPr userDrawn="1"/>
        </p:nvSpPr>
        <p:spPr>
          <a:xfrm>
            <a:off x="9374871" y="4697944"/>
            <a:ext cx="302532" cy="302532"/>
          </a:xfrm>
          <a:custGeom>
            <a:avLst/>
            <a:gdLst>
              <a:gd name="connsiteX0" fmla="*/ 151267 w 302532"/>
              <a:gd name="connsiteY0" fmla="*/ 0 h 302532"/>
              <a:gd name="connsiteX1" fmla="*/ 0 w 302532"/>
              <a:gd name="connsiteY1" fmla="*/ 151266 h 302532"/>
              <a:gd name="connsiteX2" fmla="*/ 151267 w 302532"/>
              <a:gd name="connsiteY2" fmla="*/ 302533 h 302532"/>
              <a:gd name="connsiteX3" fmla="*/ 302532 w 302532"/>
              <a:gd name="connsiteY3" fmla="*/ 151266 h 302532"/>
              <a:gd name="connsiteX4" fmla="*/ 151267 w 302532"/>
              <a:gd name="connsiteY4" fmla="*/ 0 h 302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2532" h="302532">
                <a:moveTo>
                  <a:pt x="151267" y="0"/>
                </a:moveTo>
                <a:cubicBezTo>
                  <a:pt x="67746" y="0"/>
                  <a:pt x="0" y="67682"/>
                  <a:pt x="0" y="151266"/>
                </a:cubicBezTo>
                <a:cubicBezTo>
                  <a:pt x="0" y="234724"/>
                  <a:pt x="67746" y="302533"/>
                  <a:pt x="151267" y="302533"/>
                </a:cubicBezTo>
                <a:cubicBezTo>
                  <a:pt x="234788" y="302533"/>
                  <a:pt x="302532" y="234724"/>
                  <a:pt x="302532" y="151266"/>
                </a:cubicBezTo>
                <a:cubicBezTo>
                  <a:pt x="302532" y="67682"/>
                  <a:pt x="234788" y="0"/>
                  <a:pt x="151267" y="0"/>
                </a:cubicBezTo>
              </a:path>
            </a:pathLst>
          </a:custGeom>
          <a:solidFill>
            <a:srgbClr val="FFAEA2"/>
          </a:solidFill>
          <a:ln w="6359" cap="flat">
            <a:noFill/>
            <a:prstDash val="solid"/>
            <a:miter/>
          </a:ln>
        </p:spPr>
        <p:txBody>
          <a:bodyPr rtlCol="0" anchor="ctr"/>
          <a:lstStyle/>
          <a:p>
            <a:endParaRPr lang="de-DE" b="0" i="0" dirty="0">
              <a:latin typeface="Poppins" panose="00000500000000000000" pitchFamily="2" charset="0"/>
            </a:endParaRPr>
          </a:p>
        </p:txBody>
      </p:sp>
      <p:sp>
        <p:nvSpPr>
          <p:cNvPr id="29" name="Freihandform: Form 28">
            <a:extLst>
              <a:ext uri="{FF2B5EF4-FFF2-40B4-BE49-F238E27FC236}">
                <a16:creationId xmlns:a16="http://schemas.microsoft.com/office/drawing/2014/main" id="{58D38A67-F508-421C-AF21-24C29B4E4064}"/>
              </a:ext>
            </a:extLst>
          </p:cNvPr>
          <p:cNvSpPr/>
          <p:nvPr userDrawn="1"/>
        </p:nvSpPr>
        <p:spPr>
          <a:xfrm>
            <a:off x="7844202" y="3732186"/>
            <a:ext cx="302533" cy="302532"/>
          </a:xfrm>
          <a:custGeom>
            <a:avLst/>
            <a:gdLst>
              <a:gd name="connsiteX0" fmla="*/ 151267 w 302533"/>
              <a:gd name="connsiteY0" fmla="*/ 0 h 302532"/>
              <a:gd name="connsiteX1" fmla="*/ 0 w 302533"/>
              <a:gd name="connsiteY1" fmla="*/ 151266 h 302532"/>
              <a:gd name="connsiteX2" fmla="*/ 151267 w 302533"/>
              <a:gd name="connsiteY2" fmla="*/ 302533 h 302532"/>
              <a:gd name="connsiteX3" fmla="*/ 302533 w 302533"/>
              <a:gd name="connsiteY3" fmla="*/ 151266 h 302532"/>
              <a:gd name="connsiteX4" fmla="*/ 151267 w 302533"/>
              <a:gd name="connsiteY4" fmla="*/ 0 h 302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2533" h="302532">
                <a:moveTo>
                  <a:pt x="151267" y="0"/>
                </a:moveTo>
                <a:cubicBezTo>
                  <a:pt x="67746" y="0"/>
                  <a:pt x="0" y="67682"/>
                  <a:pt x="0" y="151266"/>
                </a:cubicBezTo>
                <a:cubicBezTo>
                  <a:pt x="0" y="234724"/>
                  <a:pt x="67746" y="302533"/>
                  <a:pt x="151267" y="302533"/>
                </a:cubicBezTo>
                <a:cubicBezTo>
                  <a:pt x="234788" y="302533"/>
                  <a:pt x="302533" y="234724"/>
                  <a:pt x="302533" y="151266"/>
                </a:cubicBezTo>
                <a:cubicBezTo>
                  <a:pt x="302533" y="67682"/>
                  <a:pt x="234788" y="0"/>
                  <a:pt x="151267" y="0"/>
                </a:cubicBezTo>
              </a:path>
            </a:pathLst>
          </a:custGeom>
          <a:solidFill>
            <a:srgbClr val="FFAEA2"/>
          </a:solidFill>
          <a:ln w="6359" cap="flat">
            <a:noFill/>
            <a:prstDash val="solid"/>
            <a:miter/>
          </a:ln>
        </p:spPr>
        <p:txBody>
          <a:bodyPr rtlCol="0" anchor="ctr"/>
          <a:lstStyle/>
          <a:p>
            <a:endParaRPr lang="de-DE" b="0" i="0" dirty="0">
              <a:latin typeface="Poppins" panose="00000500000000000000" pitchFamily="2" charset="0"/>
            </a:endParaRPr>
          </a:p>
        </p:txBody>
      </p:sp>
      <p:sp>
        <p:nvSpPr>
          <p:cNvPr id="30" name="Freihandform: Form 29">
            <a:extLst>
              <a:ext uri="{FF2B5EF4-FFF2-40B4-BE49-F238E27FC236}">
                <a16:creationId xmlns:a16="http://schemas.microsoft.com/office/drawing/2014/main" id="{E4828B82-F4BF-4441-8B39-F9C2F2EA8188}"/>
              </a:ext>
            </a:extLst>
          </p:cNvPr>
          <p:cNvSpPr/>
          <p:nvPr userDrawn="1"/>
        </p:nvSpPr>
        <p:spPr>
          <a:xfrm>
            <a:off x="7844202" y="4329100"/>
            <a:ext cx="302533" cy="302532"/>
          </a:xfrm>
          <a:custGeom>
            <a:avLst/>
            <a:gdLst>
              <a:gd name="connsiteX0" fmla="*/ 151267 w 302533"/>
              <a:gd name="connsiteY0" fmla="*/ 0 h 302532"/>
              <a:gd name="connsiteX1" fmla="*/ 0 w 302533"/>
              <a:gd name="connsiteY1" fmla="*/ 151266 h 302532"/>
              <a:gd name="connsiteX2" fmla="*/ 151267 w 302533"/>
              <a:gd name="connsiteY2" fmla="*/ 302533 h 302532"/>
              <a:gd name="connsiteX3" fmla="*/ 302533 w 302533"/>
              <a:gd name="connsiteY3" fmla="*/ 151266 h 302532"/>
              <a:gd name="connsiteX4" fmla="*/ 151267 w 302533"/>
              <a:gd name="connsiteY4" fmla="*/ 0 h 302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2533" h="302532">
                <a:moveTo>
                  <a:pt x="151267" y="0"/>
                </a:moveTo>
                <a:cubicBezTo>
                  <a:pt x="67746" y="0"/>
                  <a:pt x="0" y="67682"/>
                  <a:pt x="0" y="151266"/>
                </a:cubicBezTo>
                <a:cubicBezTo>
                  <a:pt x="0" y="234724"/>
                  <a:pt x="67746" y="302533"/>
                  <a:pt x="151267" y="302533"/>
                </a:cubicBezTo>
                <a:cubicBezTo>
                  <a:pt x="234788" y="302533"/>
                  <a:pt x="302533" y="234724"/>
                  <a:pt x="302533" y="151266"/>
                </a:cubicBezTo>
                <a:cubicBezTo>
                  <a:pt x="302533" y="67682"/>
                  <a:pt x="234788" y="0"/>
                  <a:pt x="151267" y="0"/>
                </a:cubicBezTo>
              </a:path>
            </a:pathLst>
          </a:custGeom>
          <a:solidFill>
            <a:srgbClr val="FFAEA2"/>
          </a:solidFill>
          <a:ln w="6359" cap="flat">
            <a:noFill/>
            <a:prstDash val="solid"/>
            <a:miter/>
          </a:ln>
        </p:spPr>
        <p:txBody>
          <a:bodyPr rtlCol="0" anchor="ctr"/>
          <a:lstStyle/>
          <a:p>
            <a:endParaRPr lang="de-DE" b="0" i="0" dirty="0">
              <a:latin typeface="Poppins" panose="00000500000000000000" pitchFamily="2" charset="0"/>
            </a:endParaRPr>
          </a:p>
        </p:txBody>
      </p:sp>
      <p:sp>
        <p:nvSpPr>
          <p:cNvPr id="31" name="Freihandform: Form 30">
            <a:extLst>
              <a:ext uri="{FF2B5EF4-FFF2-40B4-BE49-F238E27FC236}">
                <a16:creationId xmlns:a16="http://schemas.microsoft.com/office/drawing/2014/main" id="{F5FE3345-922B-4524-8710-8EC17304127C}"/>
              </a:ext>
            </a:extLst>
          </p:cNvPr>
          <p:cNvSpPr/>
          <p:nvPr userDrawn="1"/>
        </p:nvSpPr>
        <p:spPr>
          <a:xfrm>
            <a:off x="8871607" y="4157884"/>
            <a:ext cx="302532" cy="302532"/>
          </a:xfrm>
          <a:custGeom>
            <a:avLst/>
            <a:gdLst>
              <a:gd name="connsiteX0" fmla="*/ 151267 w 302532"/>
              <a:gd name="connsiteY0" fmla="*/ 0 h 302532"/>
              <a:gd name="connsiteX1" fmla="*/ 0 w 302532"/>
              <a:gd name="connsiteY1" fmla="*/ 151266 h 302532"/>
              <a:gd name="connsiteX2" fmla="*/ 151267 w 302532"/>
              <a:gd name="connsiteY2" fmla="*/ 302533 h 302532"/>
              <a:gd name="connsiteX3" fmla="*/ 302532 w 302532"/>
              <a:gd name="connsiteY3" fmla="*/ 151266 h 302532"/>
              <a:gd name="connsiteX4" fmla="*/ 151267 w 302532"/>
              <a:gd name="connsiteY4" fmla="*/ 0 h 302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2532" h="302532">
                <a:moveTo>
                  <a:pt x="151267" y="0"/>
                </a:moveTo>
                <a:cubicBezTo>
                  <a:pt x="67746" y="0"/>
                  <a:pt x="0" y="67682"/>
                  <a:pt x="0" y="151266"/>
                </a:cubicBezTo>
                <a:cubicBezTo>
                  <a:pt x="0" y="234724"/>
                  <a:pt x="67746" y="302533"/>
                  <a:pt x="151267" y="302533"/>
                </a:cubicBezTo>
                <a:cubicBezTo>
                  <a:pt x="234788" y="302533"/>
                  <a:pt x="302532" y="234724"/>
                  <a:pt x="302532" y="151266"/>
                </a:cubicBezTo>
                <a:cubicBezTo>
                  <a:pt x="302532" y="67682"/>
                  <a:pt x="234788" y="0"/>
                  <a:pt x="151267" y="0"/>
                </a:cubicBezTo>
              </a:path>
            </a:pathLst>
          </a:custGeom>
          <a:solidFill>
            <a:srgbClr val="FFAEA2"/>
          </a:solidFill>
          <a:ln w="6359" cap="flat">
            <a:noFill/>
            <a:prstDash val="solid"/>
            <a:miter/>
          </a:ln>
        </p:spPr>
        <p:txBody>
          <a:bodyPr rtlCol="0" anchor="ctr"/>
          <a:lstStyle/>
          <a:p>
            <a:endParaRPr lang="de-DE" b="0" i="0" dirty="0">
              <a:latin typeface="Poppins" panose="00000500000000000000" pitchFamily="2" charset="0"/>
            </a:endParaRPr>
          </a:p>
        </p:txBody>
      </p:sp>
      <p:sp>
        <p:nvSpPr>
          <p:cNvPr id="32" name="Freihandform: Form 31">
            <a:extLst>
              <a:ext uri="{FF2B5EF4-FFF2-40B4-BE49-F238E27FC236}">
                <a16:creationId xmlns:a16="http://schemas.microsoft.com/office/drawing/2014/main" id="{35CBBDED-B2AE-46A1-94D7-2CC6AE1D3B2A}"/>
              </a:ext>
            </a:extLst>
          </p:cNvPr>
          <p:cNvSpPr/>
          <p:nvPr userDrawn="1"/>
        </p:nvSpPr>
        <p:spPr>
          <a:xfrm>
            <a:off x="8351552" y="4939368"/>
            <a:ext cx="302532" cy="302532"/>
          </a:xfrm>
          <a:custGeom>
            <a:avLst/>
            <a:gdLst>
              <a:gd name="connsiteX0" fmla="*/ 151266 w 302532"/>
              <a:gd name="connsiteY0" fmla="*/ 0 h 302532"/>
              <a:gd name="connsiteX1" fmla="*/ 0 w 302532"/>
              <a:gd name="connsiteY1" fmla="*/ 151266 h 302532"/>
              <a:gd name="connsiteX2" fmla="*/ 151266 w 302532"/>
              <a:gd name="connsiteY2" fmla="*/ 302533 h 302532"/>
              <a:gd name="connsiteX3" fmla="*/ 302532 w 302532"/>
              <a:gd name="connsiteY3" fmla="*/ 151266 h 302532"/>
              <a:gd name="connsiteX4" fmla="*/ 151266 w 302532"/>
              <a:gd name="connsiteY4" fmla="*/ 0 h 302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2532" h="302532">
                <a:moveTo>
                  <a:pt x="151266" y="0"/>
                </a:moveTo>
                <a:cubicBezTo>
                  <a:pt x="67745" y="0"/>
                  <a:pt x="0" y="67682"/>
                  <a:pt x="0" y="151266"/>
                </a:cubicBezTo>
                <a:cubicBezTo>
                  <a:pt x="0" y="234724"/>
                  <a:pt x="67745" y="302533"/>
                  <a:pt x="151266" y="302533"/>
                </a:cubicBezTo>
                <a:cubicBezTo>
                  <a:pt x="234787" y="302533"/>
                  <a:pt x="302532" y="234724"/>
                  <a:pt x="302532" y="151266"/>
                </a:cubicBezTo>
                <a:cubicBezTo>
                  <a:pt x="302532" y="67682"/>
                  <a:pt x="234850" y="0"/>
                  <a:pt x="151266" y="0"/>
                </a:cubicBezTo>
              </a:path>
            </a:pathLst>
          </a:custGeom>
          <a:solidFill>
            <a:srgbClr val="FFAEA2"/>
          </a:solidFill>
          <a:ln w="6359" cap="flat">
            <a:noFill/>
            <a:prstDash val="solid"/>
            <a:miter/>
          </a:ln>
        </p:spPr>
        <p:txBody>
          <a:bodyPr rtlCol="0" anchor="ctr"/>
          <a:lstStyle/>
          <a:p>
            <a:endParaRPr lang="de-DE" b="0" i="0" dirty="0">
              <a:latin typeface="Poppins" panose="00000500000000000000" pitchFamily="2" charset="0"/>
            </a:endParaRPr>
          </a:p>
        </p:txBody>
      </p:sp>
      <p:sp>
        <p:nvSpPr>
          <p:cNvPr id="33" name="Freihandform: Form 32">
            <a:extLst>
              <a:ext uri="{FF2B5EF4-FFF2-40B4-BE49-F238E27FC236}">
                <a16:creationId xmlns:a16="http://schemas.microsoft.com/office/drawing/2014/main" id="{0E56389F-331D-40E9-AE63-8D12ED390105}"/>
              </a:ext>
            </a:extLst>
          </p:cNvPr>
          <p:cNvSpPr/>
          <p:nvPr userDrawn="1"/>
        </p:nvSpPr>
        <p:spPr>
          <a:xfrm>
            <a:off x="7339186" y="5034680"/>
            <a:ext cx="302533" cy="302532"/>
          </a:xfrm>
          <a:custGeom>
            <a:avLst/>
            <a:gdLst>
              <a:gd name="connsiteX0" fmla="*/ 151267 w 302533"/>
              <a:gd name="connsiteY0" fmla="*/ 0 h 302532"/>
              <a:gd name="connsiteX1" fmla="*/ 0 w 302533"/>
              <a:gd name="connsiteY1" fmla="*/ 151266 h 302532"/>
              <a:gd name="connsiteX2" fmla="*/ 151267 w 302533"/>
              <a:gd name="connsiteY2" fmla="*/ 302533 h 302532"/>
              <a:gd name="connsiteX3" fmla="*/ 302533 w 302533"/>
              <a:gd name="connsiteY3" fmla="*/ 151266 h 302532"/>
              <a:gd name="connsiteX4" fmla="*/ 151267 w 302533"/>
              <a:gd name="connsiteY4" fmla="*/ 0 h 302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2533" h="302532">
                <a:moveTo>
                  <a:pt x="151267" y="0"/>
                </a:moveTo>
                <a:cubicBezTo>
                  <a:pt x="67746" y="0"/>
                  <a:pt x="0" y="67682"/>
                  <a:pt x="0" y="151266"/>
                </a:cubicBezTo>
                <a:cubicBezTo>
                  <a:pt x="0" y="234724"/>
                  <a:pt x="67746" y="302533"/>
                  <a:pt x="151267" y="302533"/>
                </a:cubicBezTo>
                <a:cubicBezTo>
                  <a:pt x="234788" y="302533"/>
                  <a:pt x="302533" y="234724"/>
                  <a:pt x="302533" y="151266"/>
                </a:cubicBezTo>
                <a:cubicBezTo>
                  <a:pt x="302533" y="67682"/>
                  <a:pt x="234851" y="0"/>
                  <a:pt x="151267" y="0"/>
                </a:cubicBezTo>
              </a:path>
            </a:pathLst>
          </a:custGeom>
          <a:solidFill>
            <a:srgbClr val="FFAEA2"/>
          </a:solidFill>
          <a:ln w="6359" cap="flat">
            <a:noFill/>
            <a:prstDash val="solid"/>
            <a:miter/>
          </a:ln>
        </p:spPr>
        <p:txBody>
          <a:bodyPr rtlCol="0" anchor="ctr"/>
          <a:lstStyle/>
          <a:p>
            <a:endParaRPr lang="de-DE" b="0" i="0" dirty="0">
              <a:latin typeface="Poppins" panose="00000500000000000000" pitchFamily="2" charset="0"/>
            </a:endParaRPr>
          </a:p>
        </p:txBody>
      </p:sp>
      <p:sp>
        <p:nvSpPr>
          <p:cNvPr id="34" name="Freihandform: Form 33">
            <a:extLst>
              <a:ext uri="{FF2B5EF4-FFF2-40B4-BE49-F238E27FC236}">
                <a16:creationId xmlns:a16="http://schemas.microsoft.com/office/drawing/2014/main" id="{D408055D-E2F9-4C7B-83BB-6E6F2B2046DD}"/>
              </a:ext>
            </a:extLst>
          </p:cNvPr>
          <p:cNvSpPr/>
          <p:nvPr userDrawn="1"/>
        </p:nvSpPr>
        <p:spPr>
          <a:xfrm>
            <a:off x="7339186" y="3990564"/>
            <a:ext cx="302533" cy="302532"/>
          </a:xfrm>
          <a:custGeom>
            <a:avLst/>
            <a:gdLst>
              <a:gd name="connsiteX0" fmla="*/ 151267 w 302533"/>
              <a:gd name="connsiteY0" fmla="*/ 0 h 302532"/>
              <a:gd name="connsiteX1" fmla="*/ 0 w 302533"/>
              <a:gd name="connsiteY1" fmla="*/ 151266 h 302532"/>
              <a:gd name="connsiteX2" fmla="*/ 151267 w 302533"/>
              <a:gd name="connsiteY2" fmla="*/ 302533 h 302532"/>
              <a:gd name="connsiteX3" fmla="*/ 302533 w 302533"/>
              <a:gd name="connsiteY3" fmla="*/ 151266 h 302532"/>
              <a:gd name="connsiteX4" fmla="*/ 151267 w 302533"/>
              <a:gd name="connsiteY4" fmla="*/ 0 h 302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2533" h="302532">
                <a:moveTo>
                  <a:pt x="151267" y="0"/>
                </a:moveTo>
                <a:cubicBezTo>
                  <a:pt x="67746" y="0"/>
                  <a:pt x="0" y="67682"/>
                  <a:pt x="0" y="151266"/>
                </a:cubicBezTo>
                <a:cubicBezTo>
                  <a:pt x="0" y="234724"/>
                  <a:pt x="67746" y="302533"/>
                  <a:pt x="151267" y="302533"/>
                </a:cubicBezTo>
                <a:cubicBezTo>
                  <a:pt x="234788" y="302533"/>
                  <a:pt x="302533" y="234724"/>
                  <a:pt x="302533" y="151266"/>
                </a:cubicBezTo>
                <a:cubicBezTo>
                  <a:pt x="302533" y="67682"/>
                  <a:pt x="234851" y="0"/>
                  <a:pt x="151267" y="0"/>
                </a:cubicBezTo>
              </a:path>
            </a:pathLst>
          </a:custGeom>
          <a:solidFill>
            <a:srgbClr val="FFAEA2"/>
          </a:solidFill>
          <a:ln w="6359" cap="flat">
            <a:noFill/>
            <a:prstDash val="solid"/>
            <a:miter/>
          </a:ln>
        </p:spPr>
        <p:txBody>
          <a:bodyPr rtlCol="0" anchor="ctr"/>
          <a:lstStyle/>
          <a:p>
            <a:endParaRPr lang="de-DE" b="0" i="0" dirty="0">
              <a:latin typeface="Poppins" panose="00000500000000000000" pitchFamily="2" charset="0"/>
            </a:endParaRPr>
          </a:p>
        </p:txBody>
      </p:sp>
      <p:sp>
        <p:nvSpPr>
          <p:cNvPr id="35" name="Freihandform: Form 34">
            <a:extLst>
              <a:ext uri="{FF2B5EF4-FFF2-40B4-BE49-F238E27FC236}">
                <a16:creationId xmlns:a16="http://schemas.microsoft.com/office/drawing/2014/main" id="{FA46387D-3EA2-487A-8E5A-54D553E575FC}"/>
              </a:ext>
            </a:extLst>
          </p:cNvPr>
          <p:cNvSpPr/>
          <p:nvPr userDrawn="1"/>
        </p:nvSpPr>
        <p:spPr>
          <a:xfrm>
            <a:off x="6832332" y="4579328"/>
            <a:ext cx="302532" cy="302532"/>
          </a:xfrm>
          <a:custGeom>
            <a:avLst/>
            <a:gdLst>
              <a:gd name="connsiteX0" fmla="*/ 151266 w 302532"/>
              <a:gd name="connsiteY0" fmla="*/ 0 h 302532"/>
              <a:gd name="connsiteX1" fmla="*/ 0 w 302532"/>
              <a:gd name="connsiteY1" fmla="*/ 151266 h 302532"/>
              <a:gd name="connsiteX2" fmla="*/ 151266 w 302532"/>
              <a:gd name="connsiteY2" fmla="*/ 302533 h 302532"/>
              <a:gd name="connsiteX3" fmla="*/ 302533 w 302532"/>
              <a:gd name="connsiteY3" fmla="*/ 151266 h 302532"/>
              <a:gd name="connsiteX4" fmla="*/ 151266 w 302532"/>
              <a:gd name="connsiteY4" fmla="*/ 0 h 302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2532" h="302532">
                <a:moveTo>
                  <a:pt x="151266" y="0"/>
                </a:moveTo>
                <a:cubicBezTo>
                  <a:pt x="67745" y="0"/>
                  <a:pt x="0" y="67682"/>
                  <a:pt x="0" y="151266"/>
                </a:cubicBezTo>
                <a:cubicBezTo>
                  <a:pt x="0" y="234724"/>
                  <a:pt x="67745" y="302533"/>
                  <a:pt x="151266" y="302533"/>
                </a:cubicBezTo>
                <a:cubicBezTo>
                  <a:pt x="234787" y="302533"/>
                  <a:pt x="302533" y="234724"/>
                  <a:pt x="302533" y="151266"/>
                </a:cubicBezTo>
                <a:cubicBezTo>
                  <a:pt x="302533" y="67682"/>
                  <a:pt x="234787" y="0"/>
                  <a:pt x="151266" y="0"/>
                </a:cubicBezTo>
              </a:path>
            </a:pathLst>
          </a:custGeom>
          <a:solidFill>
            <a:srgbClr val="FFAEA2"/>
          </a:solidFill>
          <a:ln w="6359" cap="flat">
            <a:noFill/>
            <a:prstDash val="solid"/>
            <a:miter/>
          </a:ln>
        </p:spPr>
        <p:txBody>
          <a:bodyPr rtlCol="0" anchor="ctr"/>
          <a:lstStyle/>
          <a:p>
            <a:endParaRPr lang="de-DE" b="0" i="0" dirty="0">
              <a:latin typeface="Poppins" panose="00000500000000000000" pitchFamily="2" charset="0"/>
            </a:endParaRPr>
          </a:p>
        </p:txBody>
      </p: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14FE0D12-731D-43FD-9E9A-9B389AD58E60}"/>
              </a:ext>
            </a:extLst>
          </p:cNvPr>
          <p:cNvCxnSpPr>
            <a:cxnSpLocks/>
          </p:cNvCxnSpPr>
          <p:nvPr userDrawn="1"/>
        </p:nvCxnSpPr>
        <p:spPr>
          <a:xfrm>
            <a:off x="192088" y="5553384"/>
            <a:ext cx="10652125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Gruppieren 48">
            <a:extLst>
              <a:ext uri="{FF2B5EF4-FFF2-40B4-BE49-F238E27FC236}">
                <a16:creationId xmlns:a16="http://schemas.microsoft.com/office/drawing/2014/main" id="{7F121B21-FCBA-41A6-9107-9E5A5BBCB090}"/>
              </a:ext>
            </a:extLst>
          </p:cNvPr>
          <p:cNvGrpSpPr/>
          <p:nvPr userDrawn="1"/>
        </p:nvGrpSpPr>
        <p:grpSpPr>
          <a:xfrm>
            <a:off x="2531603" y="4106222"/>
            <a:ext cx="4082595" cy="1832565"/>
            <a:chOff x="2565601" y="4056458"/>
            <a:chExt cx="3825804" cy="1717299"/>
          </a:xfrm>
        </p:grpSpPr>
        <p:sp>
          <p:nvSpPr>
            <p:cNvPr id="37" name="Freihandform: Form 36">
              <a:extLst>
                <a:ext uri="{FF2B5EF4-FFF2-40B4-BE49-F238E27FC236}">
                  <a16:creationId xmlns:a16="http://schemas.microsoft.com/office/drawing/2014/main" id="{81F04527-2CD8-457B-8F9F-88852BC80C9C}"/>
                </a:ext>
              </a:extLst>
            </p:cNvPr>
            <p:cNvSpPr/>
            <p:nvPr userDrawn="1"/>
          </p:nvSpPr>
          <p:spPr>
            <a:xfrm>
              <a:off x="2565601" y="4056649"/>
              <a:ext cx="2703711" cy="1351664"/>
            </a:xfrm>
            <a:custGeom>
              <a:avLst/>
              <a:gdLst>
                <a:gd name="connsiteX0" fmla="*/ 2703711 w 2703711"/>
                <a:gd name="connsiteY0" fmla="*/ 1351665 h 1351664"/>
                <a:gd name="connsiteX1" fmla="*/ 1351856 w 2703711"/>
                <a:gd name="connsiteY1" fmla="*/ 0 h 1351664"/>
                <a:gd name="connsiteX2" fmla="*/ 0 w 2703711"/>
                <a:gd name="connsiteY2" fmla="*/ 1351665 h 1351664"/>
                <a:gd name="connsiteX3" fmla="*/ 2703711 w 2703711"/>
                <a:gd name="connsiteY3" fmla="*/ 1351665 h 1351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03711" h="1351664">
                  <a:moveTo>
                    <a:pt x="2703711" y="1351665"/>
                  </a:moveTo>
                  <a:cubicBezTo>
                    <a:pt x="2703711" y="605065"/>
                    <a:pt x="2098455" y="0"/>
                    <a:pt x="1351856" y="0"/>
                  </a:cubicBezTo>
                  <a:cubicBezTo>
                    <a:pt x="605256" y="0"/>
                    <a:pt x="0" y="605065"/>
                    <a:pt x="0" y="1351665"/>
                  </a:cubicBezTo>
                  <a:lnTo>
                    <a:pt x="2703711" y="1351665"/>
                  </a:lnTo>
                  <a:close/>
                </a:path>
              </a:pathLst>
            </a:custGeom>
            <a:solidFill>
              <a:srgbClr val="7300FE"/>
            </a:solidFill>
            <a:ln w="63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b="0" i="0" dirty="0">
                <a:latin typeface="Poppins" panose="00000500000000000000" pitchFamily="2" charset="0"/>
              </a:endParaRPr>
            </a:p>
          </p:txBody>
        </p:sp>
        <p:sp>
          <p:nvSpPr>
            <p:cNvPr id="38" name="Freihandform: Form 37">
              <a:extLst>
                <a:ext uri="{FF2B5EF4-FFF2-40B4-BE49-F238E27FC236}">
                  <a16:creationId xmlns:a16="http://schemas.microsoft.com/office/drawing/2014/main" id="{7E52CA20-0D0F-4A96-BE92-021B3BB88B30}"/>
                </a:ext>
              </a:extLst>
            </p:cNvPr>
            <p:cNvSpPr/>
            <p:nvPr userDrawn="1"/>
          </p:nvSpPr>
          <p:spPr>
            <a:xfrm>
              <a:off x="2565601" y="4056458"/>
              <a:ext cx="2703711" cy="1372338"/>
            </a:xfrm>
            <a:custGeom>
              <a:avLst/>
              <a:gdLst>
                <a:gd name="connsiteX0" fmla="*/ 0 w 2703711"/>
                <a:gd name="connsiteY0" fmla="*/ 0 h 1372338"/>
                <a:gd name="connsiteX1" fmla="*/ 2703711 w 2703711"/>
                <a:gd name="connsiteY1" fmla="*/ 0 h 1372338"/>
                <a:gd name="connsiteX2" fmla="*/ 2703711 w 2703711"/>
                <a:gd name="connsiteY2" fmla="*/ 1372338 h 1372338"/>
                <a:gd name="connsiteX3" fmla="*/ 0 w 2703711"/>
                <a:gd name="connsiteY3" fmla="*/ 1372338 h 1372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03711" h="1372338">
                  <a:moveTo>
                    <a:pt x="0" y="0"/>
                  </a:moveTo>
                  <a:lnTo>
                    <a:pt x="2703711" y="0"/>
                  </a:lnTo>
                  <a:lnTo>
                    <a:pt x="2703711" y="1372338"/>
                  </a:lnTo>
                  <a:lnTo>
                    <a:pt x="0" y="1372338"/>
                  </a:lnTo>
                  <a:close/>
                </a:path>
              </a:pathLst>
            </a:custGeom>
            <a:noFill/>
            <a:ln w="63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b="0" i="0" dirty="0">
                <a:latin typeface="Poppins" panose="00000500000000000000" pitchFamily="2" charset="0"/>
              </a:endParaRPr>
            </a:p>
          </p:txBody>
        </p:sp>
        <p:sp>
          <p:nvSpPr>
            <p:cNvPr id="39" name="Freihandform: Form 38">
              <a:extLst>
                <a:ext uri="{FF2B5EF4-FFF2-40B4-BE49-F238E27FC236}">
                  <a16:creationId xmlns:a16="http://schemas.microsoft.com/office/drawing/2014/main" id="{55C03589-B37B-4A09-8A3F-8774BFA30428}"/>
                </a:ext>
              </a:extLst>
            </p:cNvPr>
            <p:cNvSpPr/>
            <p:nvPr userDrawn="1"/>
          </p:nvSpPr>
          <p:spPr>
            <a:xfrm>
              <a:off x="3552076" y="5042997"/>
              <a:ext cx="730760" cy="730760"/>
            </a:xfrm>
            <a:custGeom>
              <a:avLst/>
              <a:gdLst>
                <a:gd name="connsiteX0" fmla="*/ 365380 w 730760"/>
                <a:gd name="connsiteY0" fmla="*/ 0 h 730760"/>
                <a:gd name="connsiteX1" fmla="*/ 0 w 730760"/>
                <a:gd name="connsiteY1" fmla="*/ 365380 h 730760"/>
                <a:gd name="connsiteX2" fmla="*/ 365380 w 730760"/>
                <a:gd name="connsiteY2" fmla="*/ 730760 h 730760"/>
                <a:gd name="connsiteX3" fmla="*/ 730761 w 730760"/>
                <a:gd name="connsiteY3" fmla="*/ 365380 h 730760"/>
                <a:gd name="connsiteX4" fmla="*/ 365380 w 730760"/>
                <a:gd name="connsiteY4" fmla="*/ 0 h 730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760" h="730760">
                  <a:moveTo>
                    <a:pt x="365380" y="0"/>
                  </a:moveTo>
                  <a:cubicBezTo>
                    <a:pt x="163607" y="0"/>
                    <a:pt x="0" y="163607"/>
                    <a:pt x="0" y="365380"/>
                  </a:cubicBezTo>
                  <a:cubicBezTo>
                    <a:pt x="0" y="567153"/>
                    <a:pt x="163607" y="730760"/>
                    <a:pt x="365380" y="730760"/>
                  </a:cubicBezTo>
                  <a:cubicBezTo>
                    <a:pt x="567154" y="730760"/>
                    <a:pt x="730761" y="567153"/>
                    <a:pt x="730761" y="365380"/>
                  </a:cubicBezTo>
                  <a:cubicBezTo>
                    <a:pt x="730761" y="163607"/>
                    <a:pt x="567154" y="0"/>
                    <a:pt x="365380" y="0"/>
                  </a:cubicBezTo>
                </a:path>
              </a:pathLst>
            </a:custGeom>
            <a:solidFill>
              <a:srgbClr val="8F9EA1"/>
            </a:solidFill>
            <a:ln w="63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b="0" i="0" dirty="0">
                <a:latin typeface="Poppins" panose="00000500000000000000" pitchFamily="2" charset="0"/>
              </a:endParaRPr>
            </a:p>
          </p:txBody>
        </p:sp>
        <p:sp>
          <p:nvSpPr>
            <p:cNvPr id="40" name="Freihandform: Form 39">
              <a:extLst>
                <a:ext uri="{FF2B5EF4-FFF2-40B4-BE49-F238E27FC236}">
                  <a16:creationId xmlns:a16="http://schemas.microsoft.com/office/drawing/2014/main" id="{6537F779-30AD-49C0-8948-42A374AF9272}"/>
                </a:ext>
              </a:extLst>
            </p:cNvPr>
            <p:cNvSpPr/>
            <p:nvPr userDrawn="1"/>
          </p:nvSpPr>
          <p:spPr>
            <a:xfrm>
              <a:off x="4804954" y="5257047"/>
              <a:ext cx="1403380" cy="302532"/>
            </a:xfrm>
            <a:custGeom>
              <a:avLst/>
              <a:gdLst>
                <a:gd name="connsiteX0" fmla="*/ 0 w 1403380"/>
                <a:gd name="connsiteY0" fmla="*/ 0 h 302532"/>
                <a:gd name="connsiteX1" fmla="*/ 1403380 w 1403380"/>
                <a:gd name="connsiteY1" fmla="*/ 0 h 302532"/>
                <a:gd name="connsiteX2" fmla="*/ 1403380 w 1403380"/>
                <a:gd name="connsiteY2" fmla="*/ 302533 h 302532"/>
                <a:gd name="connsiteX3" fmla="*/ 0 w 1403380"/>
                <a:gd name="connsiteY3" fmla="*/ 302533 h 302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03380" h="302532">
                  <a:moveTo>
                    <a:pt x="0" y="0"/>
                  </a:moveTo>
                  <a:lnTo>
                    <a:pt x="1403380" y="0"/>
                  </a:lnTo>
                  <a:lnTo>
                    <a:pt x="1403380" y="302533"/>
                  </a:lnTo>
                  <a:lnTo>
                    <a:pt x="0" y="302533"/>
                  </a:lnTo>
                  <a:close/>
                </a:path>
              </a:pathLst>
            </a:custGeom>
            <a:solidFill>
              <a:srgbClr val="FF9623"/>
            </a:solidFill>
            <a:ln w="63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b="0" i="0" dirty="0">
                <a:latin typeface="Poppins" panose="00000500000000000000" pitchFamily="2" charset="0"/>
              </a:endParaRPr>
            </a:p>
          </p:txBody>
        </p:sp>
        <p:sp>
          <p:nvSpPr>
            <p:cNvPr id="41" name="Freihandform: Form 40">
              <a:extLst>
                <a:ext uri="{FF2B5EF4-FFF2-40B4-BE49-F238E27FC236}">
                  <a16:creationId xmlns:a16="http://schemas.microsoft.com/office/drawing/2014/main" id="{C91C73FA-CC50-4E49-A6C3-310F9DAF3589}"/>
                </a:ext>
              </a:extLst>
            </p:cNvPr>
            <p:cNvSpPr/>
            <p:nvPr userDrawn="1"/>
          </p:nvSpPr>
          <p:spPr>
            <a:xfrm>
              <a:off x="3917393" y="5257047"/>
              <a:ext cx="887497" cy="302532"/>
            </a:xfrm>
            <a:custGeom>
              <a:avLst/>
              <a:gdLst>
                <a:gd name="connsiteX0" fmla="*/ 0 w 887497"/>
                <a:gd name="connsiteY0" fmla="*/ 0 h 302532"/>
                <a:gd name="connsiteX1" fmla="*/ 887497 w 887497"/>
                <a:gd name="connsiteY1" fmla="*/ 0 h 302532"/>
                <a:gd name="connsiteX2" fmla="*/ 887497 w 887497"/>
                <a:gd name="connsiteY2" fmla="*/ 302533 h 302532"/>
                <a:gd name="connsiteX3" fmla="*/ 0 w 887497"/>
                <a:gd name="connsiteY3" fmla="*/ 302533 h 302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7497" h="302532">
                  <a:moveTo>
                    <a:pt x="0" y="0"/>
                  </a:moveTo>
                  <a:lnTo>
                    <a:pt x="887497" y="0"/>
                  </a:lnTo>
                  <a:lnTo>
                    <a:pt x="887497" y="302533"/>
                  </a:lnTo>
                  <a:lnTo>
                    <a:pt x="0" y="302533"/>
                  </a:lnTo>
                  <a:close/>
                </a:path>
              </a:pathLst>
            </a:custGeom>
            <a:solidFill>
              <a:srgbClr val="FF9623"/>
            </a:solidFill>
            <a:ln w="63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b="0" i="0" dirty="0">
                <a:latin typeface="Poppins" panose="00000500000000000000" pitchFamily="2" charset="0"/>
              </a:endParaRPr>
            </a:p>
          </p:txBody>
        </p:sp>
        <p:sp>
          <p:nvSpPr>
            <p:cNvPr id="42" name="Freihandform: Form 41">
              <a:extLst>
                <a:ext uri="{FF2B5EF4-FFF2-40B4-BE49-F238E27FC236}">
                  <a16:creationId xmlns:a16="http://schemas.microsoft.com/office/drawing/2014/main" id="{6A83905F-92C5-4790-B26A-2816608A5C83}"/>
                </a:ext>
              </a:extLst>
            </p:cNvPr>
            <p:cNvSpPr/>
            <p:nvPr userDrawn="1"/>
          </p:nvSpPr>
          <p:spPr>
            <a:xfrm>
              <a:off x="6088873" y="5257111"/>
              <a:ext cx="302532" cy="302532"/>
            </a:xfrm>
            <a:custGeom>
              <a:avLst/>
              <a:gdLst>
                <a:gd name="connsiteX0" fmla="*/ 151266 w 302532"/>
                <a:gd name="connsiteY0" fmla="*/ 0 h 302532"/>
                <a:gd name="connsiteX1" fmla="*/ 0 w 302532"/>
                <a:gd name="connsiteY1" fmla="*/ 151266 h 302532"/>
                <a:gd name="connsiteX2" fmla="*/ 151266 w 302532"/>
                <a:gd name="connsiteY2" fmla="*/ 302533 h 302532"/>
                <a:gd name="connsiteX3" fmla="*/ 302533 w 302532"/>
                <a:gd name="connsiteY3" fmla="*/ 151266 h 302532"/>
                <a:gd name="connsiteX4" fmla="*/ 151266 w 302532"/>
                <a:gd name="connsiteY4" fmla="*/ 0 h 302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2532" h="302532">
                  <a:moveTo>
                    <a:pt x="151266" y="0"/>
                  </a:moveTo>
                  <a:cubicBezTo>
                    <a:pt x="67745" y="0"/>
                    <a:pt x="0" y="67682"/>
                    <a:pt x="0" y="151266"/>
                  </a:cubicBezTo>
                  <a:cubicBezTo>
                    <a:pt x="0" y="234724"/>
                    <a:pt x="67745" y="302533"/>
                    <a:pt x="151266" y="302533"/>
                  </a:cubicBezTo>
                  <a:cubicBezTo>
                    <a:pt x="234787" y="302533"/>
                    <a:pt x="302533" y="234724"/>
                    <a:pt x="302533" y="151266"/>
                  </a:cubicBezTo>
                  <a:cubicBezTo>
                    <a:pt x="302533" y="67682"/>
                    <a:pt x="234787" y="0"/>
                    <a:pt x="151266" y="0"/>
                  </a:cubicBezTo>
                </a:path>
              </a:pathLst>
            </a:custGeom>
            <a:solidFill>
              <a:srgbClr val="FFAEA2"/>
            </a:solidFill>
            <a:ln w="63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b="0" i="0" dirty="0">
                <a:latin typeface="Poppins" panose="00000500000000000000" pitchFamily="2" charset="0"/>
              </a:endParaRPr>
            </a:p>
          </p:txBody>
        </p:sp>
        <p:sp>
          <p:nvSpPr>
            <p:cNvPr id="43" name="Freihandform: Form 42">
              <a:extLst>
                <a:ext uri="{FF2B5EF4-FFF2-40B4-BE49-F238E27FC236}">
                  <a16:creationId xmlns:a16="http://schemas.microsoft.com/office/drawing/2014/main" id="{2F9E060D-34D1-462E-BB8F-9C7961ECC53C}"/>
                </a:ext>
              </a:extLst>
            </p:cNvPr>
            <p:cNvSpPr/>
            <p:nvPr userDrawn="1"/>
          </p:nvSpPr>
          <p:spPr>
            <a:xfrm>
              <a:off x="4653687" y="5257111"/>
              <a:ext cx="302532" cy="302532"/>
            </a:xfrm>
            <a:custGeom>
              <a:avLst/>
              <a:gdLst>
                <a:gd name="connsiteX0" fmla="*/ 151266 w 302532"/>
                <a:gd name="connsiteY0" fmla="*/ 0 h 302532"/>
                <a:gd name="connsiteX1" fmla="*/ 0 w 302532"/>
                <a:gd name="connsiteY1" fmla="*/ 151266 h 302532"/>
                <a:gd name="connsiteX2" fmla="*/ 151266 w 302532"/>
                <a:gd name="connsiteY2" fmla="*/ 302533 h 302532"/>
                <a:gd name="connsiteX3" fmla="*/ 302533 w 302532"/>
                <a:gd name="connsiteY3" fmla="*/ 151266 h 302532"/>
                <a:gd name="connsiteX4" fmla="*/ 151266 w 302532"/>
                <a:gd name="connsiteY4" fmla="*/ 0 h 302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2532" h="302532">
                  <a:moveTo>
                    <a:pt x="151266" y="0"/>
                  </a:moveTo>
                  <a:cubicBezTo>
                    <a:pt x="67745" y="0"/>
                    <a:pt x="0" y="67682"/>
                    <a:pt x="0" y="151266"/>
                  </a:cubicBezTo>
                  <a:cubicBezTo>
                    <a:pt x="0" y="234724"/>
                    <a:pt x="67745" y="302533"/>
                    <a:pt x="151266" y="302533"/>
                  </a:cubicBezTo>
                  <a:cubicBezTo>
                    <a:pt x="234787" y="302533"/>
                    <a:pt x="302533" y="234724"/>
                    <a:pt x="302533" y="151266"/>
                  </a:cubicBezTo>
                  <a:cubicBezTo>
                    <a:pt x="302533" y="67682"/>
                    <a:pt x="234787" y="0"/>
                    <a:pt x="151266" y="0"/>
                  </a:cubicBezTo>
                </a:path>
              </a:pathLst>
            </a:custGeom>
            <a:solidFill>
              <a:srgbClr val="FFAEA2"/>
            </a:solidFill>
            <a:ln w="63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b="0" i="0" dirty="0">
                <a:latin typeface="Poppins" panose="00000500000000000000" pitchFamily="2" charset="0"/>
              </a:endParaRPr>
            </a:p>
          </p:txBody>
        </p:sp>
        <p:sp>
          <p:nvSpPr>
            <p:cNvPr id="44" name="Freihandform: Form 43">
              <a:extLst>
                <a:ext uri="{FF2B5EF4-FFF2-40B4-BE49-F238E27FC236}">
                  <a16:creationId xmlns:a16="http://schemas.microsoft.com/office/drawing/2014/main" id="{087FCEB9-EC82-4AB9-B083-B63C8D47BB62}"/>
                </a:ext>
              </a:extLst>
            </p:cNvPr>
            <p:cNvSpPr/>
            <p:nvPr userDrawn="1"/>
          </p:nvSpPr>
          <p:spPr>
            <a:xfrm>
              <a:off x="3766190" y="5257111"/>
              <a:ext cx="302532" cy="302532"/>
            </a:xfrm>
            <a:custGeom>
              <a:avLst/>
              <a:gdLst>
                <a:gd name="connsiteX0" fmla="*/ 151267 w 302532"/>
                <a:gd name="connsiteY0" fmla="*/ 0 h 302532"/>
                <a:gd name="connsiteX1" fmla="*/ 0 w 302532"/>
                <a:gd name="connsiteY1" fmla="*/ 151266 h 302532"/>
                <a:gd name="connsiteX2" fmla="*/ 151267 w 302532"/>
                <a:gd name="connsiteY2" fmla="*/ 302533 h 302532"/>
                <a:gd name="connsiteX3" fmla="*/ 302533 w 302532"/>
                <a:gd name="connsiteY3" fmla="*/ 151266 h 302532"/>
                <a:gd name="connsiteX4" fmla="*/ 151267 w 302532"/>
                <a:gd name="connsiteY4" fmla="*/ 0 h 302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2532" h="302532">
                  <a:moveTo>
                    <a:pt x="151267" y="0"/>
                  </a:moveTo>
                  <a:cubicBezTo>
                    <a:pt x="67746" y="0"/>
                    <a:pt x="0" y="67682"/>
                    <a:pt x="0" y="151266"/>
                  </a:cubicBezTo>
                  <a:cubicBezTo>
                    <a:pt x="0" y="234724"/>
                    <a:pt x="67746" y="302533"/>
                    <a:pt x="151267" y="302533"/>
                  </a:cubicBezTo>
                  <a:cubicBezTo>
                    <a:pt x="234788" y="302533"/>
                    <a:pt x="302533" y="234724"/>
                    <a:pt x="302533" y="151266"/>
                  </a:cubicBezTo>
                  <a:cubicBezTo>
                    <a:pt x="302533" y="67682"/>
                    <a:pt x="234788" y="0"/>
                    <a:pt x="151267" y="0"/>
                  </a:cubicBezTo>
                </a:path>
              </a:pathLst>
            </a:custGeom>
            <a:solidFill>
              <a:srgbClr val="7300FE"/>
            </a:solidFill>
            <a:ln w="63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b="0" i="0" dirty="0">
                <a:latin typeface="Poppins" panose="00000500000000000000" pitchFamily="2" charset="0"/>
              </a:endParaRPr>
            </a:p>
          </p:txBody>
        </p:sp>
      </p:grp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F7F7975-CF3B-8968-827A-FE3585F6DB2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2F2F84B-9C89-42E2-B6E3-D87A238FE9BE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93007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renn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A1BEE5-F9DE-46C0-AB27-091690C23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763" y="1233112"/>
            <a:ext cx="9650412" cy="1784604"/>
          </a:xfrm>
        </p:spPr>
        <p:txBody>
          <a:bodyPr anchor="t"/>
          <a:lstStyle>
            <a:lvl1pPr marL="450850" indent="-450850">
              <a:tabLst>
                <a:tab pos="450850" algn="l"/>
              </a:tabLst>
              <a:defRPr sz="3800"/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55EA88DC-0D8D-4C9E-8A5B-A62422675307}"/>
              </a:ext>
            </a:extLst>
          </p:cNvPr>
          <p:cNvSpPr/>
          <p:nvPr userDrawn="1"/>
        </p:nvSpPr>
        <p:spPr>
          <a:xfrm>
            <a:off x="192089" y="188913"/>
            <a:ext cx="11807824" cy="6480175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Poppins" panose="00000500000000000000" pitchFamily="2" charset="0"/>
            </a:endParaRPr>
          </a:p>
        </p:txBody>
      </p: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98AD87BC-5B07-4DB0-8DAE-DA3D9B3F3443}"/>
              </a:ext>
            </a:extLst>
          </p:cNvPr>
          <p:cNvCxnSpPr>
            <a:cxnSpLocks/>
          </p:cNvCxnSpPr>
          <p:nvPr userDrawn="1"/>
        </p:nvCxnSpPr>
        <p:spPr>
          <a:xfrm>
            <a:off x="10844213" y="188912"/>
            <a:ext cx="0" cy="6480176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1C0D9DD7-3695-4071-B5E3-FCB6BC390235}"/>
              </a:ext>
            </a:extLst>
          </p:cNvPr>
          <p:cNvCxnSpPr>
            <a:cxnSpLocks/>
            <a:endCxn id="18" idx="3"/>
          </p:cNvCxnSpPr>
          <p:nvPr userDrawn="1"/>
        </p:nvCxnSpPr>
        <p:spPr>
          <a:xfrm>
            <a:off x="192088" y="3429001"/>
            <a:ext cx="11807825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D7C71B0D-2235-433D-875F-8036848DFEA8}"/>
              </a:ext>
            </a:extLst>
          </p:cNvPr>
          <p:cNvCxnSpPr>
            <a:cxnSpLocks/>
          </p:cNvCxnSpPr>
          <p:nvPr userDrawn="1"/>
        </p:nvCxnSpPr>
        <p:spPr>
          <a:xfrm>
            <a:off x="10844213" y="6092825"/>
            <a:ext cx="11557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Grafik 23">
            <a:extLst>
              <a:ext uri="{FF2B5EF4-FFF2-40B4-BE49-F238E27FC236}">
                <a16:creationId xmlns:a16="http://schemas.microsoft.com/office/drawing/2014/main" id="{ECC98065-FF28-44B6-806A-E394C81DB76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9464" y="469529"/>
            <a:ext cx="569961" cy="161239"/>
          </a:xfrm>
          <a:prstGeom prst="rect">
            <a:avLst/>
          </a:prstGeom>
        </p:spPr>
      </p:pic>
      <p:cxnSp>
        <p:nvCxnSpPr>
          <p:cNvPr id="46" name="Gerader Verbinder 45">
            <a:extLst>
              <a:ext uri="{FF2B5EF4-FFF2-40B4-BE49-F238E27FC236}">
                <a16:creationId xmlns:a16="http://schemas.microsoft.com/office/drawing/2014/main" id="{F693FB72-E028-4EF7-8A3C-D13C517C2890}"/>
              </a:ext>
            </a:extLst>
          </p:cNvPr>
          <p:cNvCxnSpPr>
            <a:cxnSpLocks/>
          </p:cNvCxnSpPr>
          <p:nvPr userDrawn="1"/>
        </p:nvCxnSpPr>
        <p:spPr>
          <a:xfrm>
            <a:off x="192088" y="5049180"/>
            <a:ext cx="11807825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64374317-AC65-4639-A45F-F5CAF7A42635}"/>
              </a:ext>
            </a:extLst>
          </p:cNvPr>
          <p:cNvCxnSpPr>
            <a:cxnSpLocks/>
          </p:cNvCxnSpPr>
          <p:nvPr userDrawn="1"/>
        </p:nvCxnSpPr>
        <p:spPr>
          <a:xfrm>
            <a:off x="2865712" y="3426142"/>
            <a:ext cx="0" cy="3242946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Ellipse 49">
            <a:extLst>
              <a:ext uri="{FF2B5EF4-FFF2-40B4-BE49-F238E27FC236}">
                <a16:creationId xmlns:a16="http://schemas.microsoft.com/office/drawing/2014/main" id="{CE23E954-90E1-4287-A4AE-7816A4EC28AA}"/>
              </a:ext>
            </a:extLst>
          </p:cNvPr>
          <p:cNvSpPr/>
          <p:nvPr userDrawn="1"/>
        </p:nvSpPr>
        <p:spPr>
          <a:xfrm>
            <a:off x="2783632" y="3343364"/>
            <a:ext cx="163741" cy="16374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Poppins" panose="00000500000000000000" pitchFamily="2" charset="0"/>
            </a:endParaRPr>
          </a:p>
        </p:txBody>
      </p:sp>
      <p:cxnSp>
        <p:nvCxnSpPr>
          <p:cNvPr id="57" name="Gerader Verbinder 56">
            <a:extLst>
              <a:ext uri="{FF2B5EF4-FFF2-40B4-BE49-F238E27FC236}">
                <a16:creationId xmlns:a16="http://schemas.microsoft.com/office/drawing/2014/main" id="{C92BFB40-5DD2-4874-A249-E1CC0FD0419B}"/>
              </a:ext>
            </a:extLst>
          </p:cNvPr>
          <p:cNvCxnSpPr>
            <a:cxnSpLocks/>
          </p:cNvCxnSpPr>
          <p:nvPr userDrawn="1"/>
        </p:nvCxnSpPr>
        <p:spPr>
          <a:xfrm>
            <a:off x="5522913" y="3426142"/>
            <a:ext cx="0" cy="3242946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Gerader Verbinder 57">
            <a:extLst>
              <a:ext uri="{FF2B5EF4-FFF2-40B4-BE49-F238E27FC236}">
                <a16:creationId xmlns:a16="http://schemas.microsoft.com/office/drawing/2014/main" id="{74501631-6DC8-4412-8990-121621FC3C20}"/>
              </a:ext>
            </a:extLst>
          </p:cNvPr>
          <p:cNvCxnSpPr>
            <a:cxnSpLocks/>
            <a:stCxn id="18" idx="1"/>
          </p:cNvCxnSpPr>
          <p:nvPr userDrawn="1"/>
        </p:nvCxnSpPr>
        <p:spPr>
          <a:xfrm>
            <a:off x="192089" y="3429001"/>
            <a:ext cx="2673414" cy="1620179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Gerader Verbinder 58">
            <a:extLst>
              <a:ext uri="{FF2B5EF4-FFF2-40B4-BE49-F238E27FC236}">
                <a16:creationId xmlns:a16="http://schemas.microsoft.com/office/drawing/2014/main" id="{16AA4217-F4A3-4CA3-A2CD-22F5FFF9177D}"/>
              </a:ext>
            </a:extLst>
          </p:cNvPr>
          <p:cNvCxnSpPr>
            <a:cxnSpLocks/>
          </p:cNvCxnSpPr>
          <p:nvPr userDrawn="1"/>
        </p:nvCxnSpPr>
        <p:spPr>
          <a:xfrm flipH="1">
            <a:off x="2865503" y="3426142"/>
            <a:ext cx="2652648" cy="1623038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Ellipse 59">
            <a:extLst>
              <a:ext uri="{FF2B5EF4-FFF2-40B4-BE49-F238E27FC236}">
                <a16:creationId xmlns:a16="http://schemas.microsoft.com/office/drawing/2014/main" id="{8A7375BB-8052-49F5-B84E-FC372274DA88}"/>
              </a:ext>
            </a:extLst>
          </p:cNvPr>
          <p:cNvSpPr/>
          <p:nvPr userDrawn="1"/>
        </p:nvSpPr>
        <p:spPr>
          <a:xfrm>
            <a:off x="2783632" y="4971077"/>
            <a:ext cx="163741" cy="16374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Poppins" panose="00000500000000000000" pitchFamily="2" charset="0"/>
            </a:endParaRPr>
          </a:p>
        </p:txBody>
      </p:sp>
      <p:cxnSp>
        <p:nvCxnSpPr>
          <p:cNvPr id="61" name="Gerader Verbinder 60">
            <a:extLst>
              <a:ext uri="{FF2B5EF4-FFF2-40B4-BE49-F238E27FC236}">
                <a16:creationId xmlns:a16="http://schemas.microsoft.com/office/drawing/2014/main" id="{A9CB16D0-2EF1-4EE4-8587-09EC76E61588}"/>
              </a:ext>
            </a:extLst>
          </p:cNvPr>
          <p:cNvCxnSpPr>
            <a:cxnSpLocks/>
          </p:cNvCxnSpPr>
          <p:nvPr userDrawn="1"/>
        </p:nvCxnSpPr>
        <p:spPr>
          <a:xfrm>
            <a:off x="192088" y="5045413"/>
            <a:ext cx="2680236" cy="1629779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Gerader Verbinder 61">
            <a:extLst>
              <a:ext uri="{FF2B5EF4-FFF2-40B4-BE49-F238E27FC236}">
                <a16:creationId xmlns:a16="http://schemas.microsoft.com/office/drawing/2014/main" id="{CBB41AB4-F572-488C-B192-301A414BF432}"/>
              </a:ext>
            </a:extLst>
          </p:cNvPr>
          <p:cNvCxnSpPr>
            <a:cxnSpLocks/>
          </p:cNvCxnSpPr>
          <p:nvPr userDrawn="1"/>
        </p:nvCxnSpPr>
        <p:spPr>
          <a:xfrm flipH="1">
            <a:off x="2858891" y="5047615"/>
            <a:ext cx="2672484" cy="1627713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Ellipse 66">
            <a:extLst>
              <a:ext uri="{FF2B5EF4-FFF2-40B4-BE49-F238E27FC236}">
                <a16:creationId xmlns:a16="http://schemas.microsoft.com/office/drawing/2014/main" id="{C61D3334-3937-4D5E-9373-C0C529A73569}"/>
              </a:ext>
            </a:extLst>
          </p:cNvPr>
          <p:cNvSpPr/>
          <p:nvPr userDrawn="1"/>
        </p:nvSpPr>
        <p:spPr>
          <a:xfrm>
            <a:off x="2783632" y="6591256"/>
            <a:ext cx="163741" cy="16374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Poppins" panose="00000500000000000000" pitchFamily="2" charset="0"/>
            </a:endParaRPr>
          </a:p>
        </p:txBody>
      </p:sp>
      <p:cxnSp>
        <p:nvCxnSpPr>
          <p:cNvPr id="68" name="Gerader Verbinder 67">
            <a:extLst>
              <a:ext uri="{FF2B5EF4-FFF2-40B4-BE49-F238E27FC236}">
                <a16:creationId xmlns:a16="http://schemas.microsoft.com/office/drawing/2014/main" id="{0DE90D58-50D3-4056-A28F-C7D244EBB343}"/>
              </a:ext>
            </a:extLst>
          </p:cNvPr>
          <p:cNvCxnSpPr>
            <a:cxnSpLocks/>
          </p:cNvCxnSpPr>
          <p:nvPr userDrawn="1"/>
        </p:nvCxnSpPr>
        <p:spPr>
          <a:xfrm>
            <a:off x="8193560" y="3426142"/>
            <a:ext cx="0" cy="3242946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Ellipse 68">
            <a:extLst>
              <a:ext uri="{FF2B5EF4-FFF2-40B4-BE49-F238E27FC236}">
                <a16:creationId xmlns:a16="http://schemas.microsoft.com/office/drawing/2014/main" id="{9B073E3D-7826-49BC-91BF-52BB0F2B6C91}"/>
              </a:ext>
            </a:extLst>
          </p:cNvPr>
          <p:cNvSpPr/>
          <p:nvPr userDrawn="1"/>
        </p:nvSpPr>
        <p:spPr>
          <a:xfrm>
            <a:off x="8111480" y="3343364"/>
            <a:ext cx="163741" cy="16374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Poppins" panose="00000500000000000000" pitchFamily="2" charset="0"/>
            </a:endParaRPr>
          </a:p>
        </p:txBody>
      </p:sp>
      <p:cxnSp>
        <p:nvCxnSpPr>
          <p:cNvPr id="70" name="Gerader Verbinder 69">
            <a:extLst>
              <a:ext uri="{FF2B5EF4-FFF2-40B4-BE49-F238E27FC236}">
                <a16:creationId xmlns:a16="http://schemas.microsoft.com/office/drawing/2014/main" id="{09BD4C16-3B99-4DD6-A44C-3C58F7A5F72A}"/>
              </a:ext>
            </a:extLst>
          </p:cNvPr>
          <p:cNvCxnSpPr>
            <a:cxnSpLocks/>
          </p:cNvCxnSpPr>
          <p:nvPr userDrawn="1"/>
        </p:nvCxnSpPr>
        <p:spPr>
          <a:xfrm>
            <a:off x="5524500" y="3424238"/>
            <a:ext cx="2668851" cy="1624942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Gerader Verbinder 70">
            <a:extLst>
              <a:ext uri="{FF2B5EF4-FFF2-40B4-BE49-F238E27FC236}">
                <a16:creationId xmlns:a16="http://schemas.microsoft.com/office/drawing/2014/main" id="{70ECCB5C-6303-4A48-8459-9572FBB07721}"/>
              </a:ext>
            </a:extLst>
          </p:cNvPr>
          <p:cNvCxnSpPr>
            <a:cxnSpLocks/>
          </p:cNvCxnSpPr>
          <p:nvPr userDrawn="1"/>
        </p:nvCxnSpPr>
        <p:spPr>
          <a:xfrm flipH="1">
            <a:off x="8193351" y="3426142"/>
            <a:ext cx="2652648" cy="1623038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Ellipse 71">
            <a:extLst>
              <a:ext uri="{FF2B5EF4-FFF2-40B4-BE49-F238E27FC236}">
                <a16:creationId xmlns:a16="http://schemas.microsoft.com/office/drawing/2014/main" id="{304CE241-ADC8-455A-A4BA-BBC38258186C}"/>
              </a:ext>
            </a:extLst>
          </p:cNvPr>
          <p:cNvSpPr/>
          <p:nvPr userDrawn="1"/>
        </p:nvSpPr>
        <p:spPr>
          <a:xfrm>
            <a:off x="8111480" y="4971077"/>
            <a:ext cx="163741" cy="16374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Poppins" panose="00000500000000000000" pitchFamily="2" charset="0"/>
            </a:endParaRPr>
          </a:p>
        </p:txBody>
      </p:sp>
      <p:cxnSp>
        <p:nvCxnSpPr>
          <p:cNvPr id="73" name="Gerader Verbinder 72">
            <a:extLst>
              <a:ext uri="{FF2B5EF4-FFF2-40B4-BE49-F238E27FC236}">
                <a16:creationId xmlns:a16="http://schemas.microsoft.com/office/drawing/2014/main" id="{5C5F27D9-8AE5-494E-B430-2838EC68E350}"/>
              </a:ext>
            </a:extLst>
          </p:cNvPr>
          <p:cNvCxnSpPr>
            <a:cxnSpLocks/>
          </p:cNvCxnSpPr>
          <p:nvPr userDrawn="1"/>
        </p:nvCxnSpPr>
        <p:spPr>
          <a:xfrm>
            <a:off x="5522976" y="5049180"/>
            <a:ext cx="2677196" cy="1626012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Gerader Verbinder 73">
            <a:extLst>
              <a:ext uri="{FF2B5EF4-FFF2-40B4-BE49-F238E27FC236}">
                <a16:creationId xmlns:a16="http://schemas.microsoft.com/office/drawing/2014/main" id="{9171965F-8D97-4705-89F4-2714AC147209}"/>
              </a:ext>
            </a:extLst>
          </p:cNvPr>
          <p:cNvCxnSpPr>
            <a:cxnSpLocks/>
          </p:cNvCxnSpPr>
          <p:nvPr userDrawn="1"/>
        </p:nvCxnSpPr>
        <p:spPr>
          <a:xfrm flipH="1">
            <a:off x="8186739" y="5047615"/>
            <a:ext cx="2672484" cy="1627713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Ellipse 74">
            <a:extLst>
              <a:ext uri="{FF2B5EF4-FFF2-40B4-BE49-F238E27FC236}">
                <a16:creationId xmlns:a16="http://schemas.microsoft.com/office/drawing/2014/main" id="{9D0ED5A3-7D62-4B95-8A81-5B10F6A3C772}"/>
              </a:ext>
            </a:extLst>
          </p:cNvPr>
          <p:cNvSpPr/>
          <p:nvPr userDrawn="1"/>
        </p:nvSpPr>
        <p:spPr>
          <a:xfrm>
            <a:off x="8111480" y="6591256"/>
            <a:ext cx="163741" cy="16374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Poppins" panose="00000500000000000000" pitchFamily="2" charset="0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8677C1B-0B12-5E99-3CC3-0740EC85AA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2F2F84B-9C89-42E2-B6E3-D87A238FE9BE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76755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renner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A1BEE5-F9DE-46C0-AB27-091690C23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763" y="1233112"/>
            <a:ext cx="9650412" cy="1784604"/>
          </a:xfrm>
        </p:spPr>
        <p:txBody>
          <a:bodyPr anchor="t"/>
          <a:lstStyle>
            <a:lvl1pPr marL="450850" indent="-450850">
              <a:tabLst>
                <a:tab pos="450850" algn="l"/>
              </a:tabLst>
              <a:defRPr sz="3800"/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55EA88DC-0D8D-4C9E-8A5B-A62422675307}"/>
              </a:ext>
            </a:extLst>
          </p:cNvPr>
          <p:cNvSpPr/>
          <p:nvPr userDrawn="1"/>
        </p:nvSpPr>
        <p:spPr>
          <a:xfrm>
            <a:off x="192089" y="188913"/>
            <a:ext cx="11807824" cy="6480175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Poppins" panose="00000500000000000000" pitchFamily="2" charset="0"/>
            </a:endParaRPr>
          </a:p>
        </p:txBody>
      </p: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98AD87BC-5B07-4DB0-8DAE-DA3D9B3F3443}"/>
              </a:ext>
            </a:extLst>
          </p:cNvPr>
          <p:cNvCxnSpPr>
            <a:cxnSpLocks/>
          </p:cNvCxnSpPr>
          <p:nvPr userDrawn="1"/>
        </p:nvCxnSpPr>
        <p:spPr>
          <a:xfrm>
            <a:off x="10844213" y="188912"/>
            <a:ext cx="0" cy="6480176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1C0D9DD7-3695-4071-B5E3-FCB6BC390235}"/>
              </a:ext>
            </a:extLst>
          </p:cNvPr>
          <p:cNvCxnSpPr>
            <a:cxnSpLocks/>
            <a:endCxn id="18" idx="3"/>
          </p:cNvCxnSpPr>
          <p:nvPr userDrawn="1"/>
        </p:nvCxnSpPr>
        <p:spPr>
          <a:xfrm>
            <a:off x="192088" y="3429001"/>
            <a:ext cx="11807825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D7C71B0D-2235-433D-875F-8036848DFEA8}"/>
              </a:ext>
            </a:extLst>
          </p:cNvPr>
          <p:cNvCxnSpPr>
            <a:cxnSpLocks/>
          </p:cNvCxnSpPr>
          <p:nvPr userDrawn="1"/>
        </p:nvCxnSpPr>
        <p:spPr>
          <a:xfrm>
            <a:off x="10844213" y="6092825"/>
            <a:ext cx="11557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Grafik 23">
            <a:extLst>
              <a:ext uri="{FF2B5EF4-FFF2-40B4-BE49-F238E27FC236}">
                <a16:creationId xmlns:a16="http://schemas.microsoft.com/office/drawing/2014/main" id="{ECC98065-FF28-44B6-806A-E394C81DB76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9464" y="469529"/>
            <a:ext cx="569961" cy="161239"/>
          </a:xfrm>
          <a:prstGeom prst="rect">
            <a:avLst/>
          </a:prstGeom>
        </p:spPr>
      </p:pic>
      <p:sp>
        <p:nvSpPr>
          <p:cNvPr id="29" name="Freihandform: Form 28">
            <a:extLst>
              <a:ext uri="{FF2B5EF4-FFF2-40B4-BE49-F238E27FC236}">
                <a16:creationId xmlns:a16="http://schemas.microsoft.com/office/drawing/2014/main" id="{B4F0CBD4-9244-4EAC-945A-9D2A68A53B82}"/>
              </a:ext>
            </a:extLst>
          </p:cNvPr>
          <p:cNvSpPr/>
          <p:nvPr userDrawn="1"/>
        </p:nvSpPr>
        <p:spPr>
          <a:xfrm>
            <a:off x="3860933" y="4203873"/>
            <a:ext cx="1466812" cy="1466876"/>
          </a:xfrm>
          <a:custGeom>
            <a:avLst/>
            <a:gdLst>
              <a:gd name="connsiteX0" fmla="*/ 733406 w 1466812"/>
              <a:gd name="connsiteY0" fmla="*/ 0 h 1466876"/>
              <a:gd name="connsiteX1" fmla="*/ 0 w 1466812"/>
              <a:gd name="connsiteY1" fmla="*/ 733661 h 1466876"/>
              <a:gd name="connsiteX2" fmla="*/ 733406 w 1466812"/>
              <a:gd name="connsiteY2" fmla="*/ 1466876 h 1466876"/>
              <a:gd name="connsiteX3" fmla="*/ 1466813 w 1466812"/>
              <a:gd name="connsiteY3" fmla="*/ 733661 h 1466876"/>
              <a:gd name="connsiteX4" fmla="*/ 733406 w 1466812"/>
              <a:gd name="connsiteY4" fmla="*/ 0 h 1466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66812" h="1466876">
                <a:moveTo>
                  <a:pt x="733406" y="0"/>
                </a:moveTo>
                <a:cubicBezTo>
                  <a:pt x="328380" y="0"/>
                  <a:pt x="0" y="328508"/>
                  <a:pt x="0" y="733661"/>
                </a:cubicBezTo>
                <a:cubicBezTo>
                  <a:pt x="0" y="1138813"/>
                  <a:pt x="328380" y="1466876"/>
                  <a:pt x="733406" y="1466876"/>
                </a:cubicBezTo>
                <a:cubicBezTo>
                  <a:pt x="1138432" y="1466876"/>
                  <a:pt x="1466813" y="1138750"/>
                  <a:pt x="1466813" y="733661"/>
                </a:cubicBezTo>
                <a:cubicBezTo>
                  <a:pt x="1466813" y="328508"/>
                  <a:pt x="1138496" y="0"/>
                  <a:pt x="733406" y="0"/>
                </a:cubicBezTo>
              </a:path>
            </a:pathLst>
          </a:custGeom>
          <a:solidFill>
            <a:srgbClr val="7300FE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de-DE" b="0" i="0" dirty="0">
              <a:latin typeface="Poppins" panose="00000500000000000000" pitchFamily="2" charset="0"/>
            </a:endParaRPr>
          </a:p>
        </p:txBody>
      </p:sp>
      <p:sp>
        <p:nvSpPr>
          <p:cNvPr id="30" name="Freihandform: Form 29">
            <a:extLst>
              <a:ext uri="{FF2B5EF4-FFF2-40B4-BE49-F238E27FC236}">
                <a16:creationId xmlns:a16="http://schemas.microsoft.com/office/drawing/2014/main" id="{E6777D42-41CD-4726-9246-3BEA3008EEF5}"/>
              </a:ext>
            </a:extLst>
          </p:cNvPr>
          <p:cNvSpPr/>
          <p:nvPr userDrawn="1"/>
        </p:nvSpPr>
        <p:spPr>
          <a:xfrm>
            <a:off x="2350110" y="4064410"/>
            <a:ext cx="2703711" cy="1372338"/>
          </a:xfrm>
          <a:custGeom>
            <a:avLst/>
            <a:gdLst>
              <a:gd name="connsiteX0" fmla="*/ 0 w 2703711"/>
              <a:gd name="connsiteY0" fmla="*/ 0 h 1372338"/>
              <a:gd name="connsiteX1" fmla="*/ 2703711 w 2703711"/>
              <a:gd name="connsiteY1" fmla="*/ 0 h 1372338"/>
              <a:gd name="connsiteX2" fmla="*/ 2703711 w 2703711"/>
              <a:gd name="connsiteY2" fmla="*/ 1372338 h 1372338"/>
              <a:gd name="connsiteX3" fmla="*/ 0 w 2703711"/>
              <a:gd name="connsiteY3" fmla="*/ 1372338 h 13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03711" h="1372338">
                <a:moveTo>
                  <a:pt x="0" y="0"/>
                </a:moveTo>
                <a:lnTo>
                  <a:pt x="2703711" y="0"/>
                </a:lnTo>
                <a:lnTo>
                  <a:pt x="2703711" y="1372338"/>
                </a:lnTo>
                <a:lnTo>
                  <a:pt x="0" y="1372338"/>
                </a:lnTo>
                <a:close/>
              </a:path>
            </a:pathLst>
          </a:custGeom>
          <a:noFill/>
          <a:ln w="6359" cap="flat">
            <a:noFill/>
            <a:prstDash val="solid"/>
            <a:miter/>
          </a:ln>
        </p:spPr>
        <p:txBody>
          <a:bodyPr rtlCol="0" anchor="ctr"/>
          <a:lstStyle/>
          <a:p>
            <a:endParaRPr lang="de-DE" b="0" i="0" dirty="0">
              <a:latin typeface="Poppins" panose="00000500000000000000" pitchFamily="2" charset="0"/>
            </a:endParaRPr>
          </a:p>
        </p:txBody>
      </p: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3EED819E-5E2B-4BAF-BB1F-DF2A5BD3C12A}"/>
              </a:ext>
            </a:extLst>
          </p:cNvPr>
          <p:cNvCxnSpPr>
            <a:cxnSpLocks/>
          </p:cNvCxnSpPr>
          <p:nvPr userDrawn="1"/>
        </p:nvCxnSpPr>
        <p:spPr>
          <a:xfrm>
            <a:off x="1920069" y="4935776"/>
            <a:ext cx="8924144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Freihandform: Form 31">
            <a:extLst>
              <a:ext uri="{FF2B5EF4-FFF2-40B4-BE49-F238E27FC236}">
                <a16:creationId xmlns:a16="http://schemas.microsoft.com/office/drawing/2014/main" id="{439734A3-C4C9-4B51-8E87-058C2D5D5058}"/>
              </a:ext>
            </a:extLst>
          </p:cNvPr>
          <p:cNvSpPr/>
          <p:nvPr userDrawn="1"/>
        </p:nvSpPr>
        <p:spPr>
          <a:xfrm>
            <a:off x="4396116" y="4739120"/>
            <a:ext cx="396446" cy="396446"/>
          </a:xfrm>
          <a:custGeom>
            <a:avLst/>
            <a:gdLst>
              <a:gd name="connsiteX0" fmla="*/ 198223 w 396446"/>
              <a:gd name="connsiteY0" fmla="*/ 0 h 396446"/>
              <a:gd name="connsiteX1" fmla="*/ 0 w 396446"/>
              <a:gd name="connsiteY1" fmla="*/ 198223 h 396446"/>
              <a:gd name="connsiteX2" fmla="*/ 198223 w 396446"/>
              <a:gd name="connsiteY2" fmla="*/ 396446 h 396446"/>
              <a:gd name="connsiteX3" fmla="*/ 396446 w 396446"/>
              <a:gd name="connsiteY3" fmla="*/ 198223 h 396446"/>
              <a:gd name="connsiteX4" fmla="*/ 198223 w 396446"/>
              <a:gd name="connsiteY4" fmla="*/ 0 h 396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6446" h="396446">
                <a:moveTo>
                  <a:pt x="198223" y="0"/>
                </a:moveTo>
                <a:cubicBezTo>
                  <a:pt x="88721" y="0"/>
                  <a:pt x="0" y="88784"/>
                  <a:pt x="0" y="198223"/>
                </a:cubicBezTo>
                <a:cubicBezTo>
                  <a:pt x="0" y="307789"/>
                  <a:pt x="88721" y="396446"/>
                  <a:pt x="198223" y="396446"/>
                </a:cubicBezTo>
                <a:cubicBezTo>
                  <a:pt x="307662" y="396446"/>
                  <a:pt x="396446" y="307789"/>
                  <a:pt x="396446" y="198223"/>
                </a:cubicBezTo>
                <a:cubicBezTo>
                  <a:pt x="396446" y="88784"/>
                  <a:pt x="307726" y="0"/>
                  <a:pt x="198223" y="0"/>
                </a:cubicBezTo>
              </a:path>
            </a:pathLst>
          </a:custGeom>
          <a:solidFill>
            <a:srgbClr val="8F9EA1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de-DE" b="0" i="0" dirty="0">
              <a:latin typeface="Poppins" panose="00000500000000000000" pitchFamily="2" charset="0"/>
            </a:endParaRPr>
          </a:p>
        </p:txBody>
      </p:sp>
      <p:sp>
        <p:nvSpPr>
          <p:cNvPr id="33" name="Freihandform: Form 32">
            <a:extLst>
              <a:ext uri="{FF2B5EF4-FFF2-40B4-BE49-F238E27FC236}">
                <a16:creationId xmlns:a16="http://schemas.microsoft.com/office/drawing/2014/main" id="{D041E5BA-F163-4A64-A734-BE19F562792B}"/>
              </a:ext>
            </a:extLst>
          </p:cNvPr>
          <p:cNvSpPr/>
          <p:nvPr userDrawn="1"/>
        </p:nvSpPr>
        <p:spPr>
          <a:xfrm>
            <a:off x="1332016" y="4592884"/>
            <a:ext cx="688919" cy="688982"/>
          </a:xfrm>
          <a:custGeom>
            <a:avLst/>
            <a:gdLst>
              <a:gd name="connsiteX0" fmla="*/ 0 w 688919"/>
              <a:gd name="connsiteY0" fmla="*/ 344523 h 688982"/>
              <a:gd name="connsiteX1" fmla="*/ 344459 w 688919"/>
              <a:gd name="connsiteY1" fmla="*/ 0 h 688982"/>
              <a:gd name="connsiteX2" fmla="*/ 688919 w 688919"/>
              <a:gd name="connsiteY2" fmla="*/ 344523 h 688982"/>
              <a:gd name="connsiteX3" fmla="*/ 344459 w 688919"/>
              <a:gd name="connsiteY3" fmla="*/ 688982 h 688982"/>
              <a:gd name="connsiteX4" fmla="*/ 0 w 688919"/>
              <a:gd name="connsiteY4" fmla="*/ 344523 h 6889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8919" h="688982">
                <a:moveTo>
                  <a:pt x="0" y="344523"/>
                </a:moveTo>
                <a:cubicBezTo>
                  <a:pt x="0" y="154562"/>
                  <a:pt x="154498" y="0"/>
                  <a:pt x="344459" y="0"/>
                </a:cubicBezTo>
                <a:cubicBezTo>
                  <a:pt x="534421" y="0"/>
                  <a:pt x="688919" y="154562"/>
                  <a:pt x="688919" y="344523"/>
                </a:cubicBezTo>
                <a:cubicBezTo>
                  <a:pt x="688919" y="534421"/>
                  <a:pt x="534357" y="688982"/>
                  <a:pt x="344459" y="688982"/>
                </a:cubicBezTo>
                <a:cubicBezTo>
                  <a:pt x="154498" y="688982"/>
                  <a:pt x="0" y="534484"/>
                  <a:pt x="0" y="344523"/>
                </a:cubicBezTo>
              </a:path>
            </a:pathLst>
          </a:custGeom>
          <a:solidFill>
            <a:srgbClr val="7300FE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de-DE" b="0" i="0" dirty="0">
              <a:latin typeface="Poppins" panose="00000500000000000000" pitchFamily="2" charset="0"/>
            </a:endParaRPr>
          </a:p>
        </p:txBody>
      </p:sp>
      <p:sp>
        <p:nvSpPr>
          <p:cNvPr id="34" name="Freihandform: Form 33">
            <a:extLst>
              <a:ext uri="{FF2B5EF4-FFF2-40B4-BE49-F238E27FC236}">
                <a16:creationId xmlns:a16="http://schemas.microsoft.com/office/drawing/2014/main" id="{61C6BF98-F310-48ED-BB42-4787002F934E}"/>
              </a:ext>
            </a:extLst>
          </p:cNvPr>
          <p:cNvSpPr/>
          <p:nvPr userDrawn="1"/>
        </p:nvSpPr>
        <p:spPr>
          <a:xfrm>
            <a:off x="929469" y="4011434"/>
            <a:ext cx="1494013" cy="25421"/>
          </a:xfrm>
          <a:custGeom>
            <a:avLst/>
            <a:gdLst>
              <a:gd name="connsiteX0" fmla="*/ 1494014 w 1494013"/>
              <a:gd name="connsiteY0" fmla="*/ 25421 h 25421"/>
              <a:gd name="connsiteX1" fmla="*/ 1394426 w 1494013"/>
              <a:gd name="connsiteY1" fmla="*/ 25421 h 25421"/>
              <a:gd name="connsiteX2" fmla="*/ 1394426 w 1494013"/>
              <a:gd name="connsiteY2" fmla="*/ 0 h 25421"/>
              <a:gd name="connsiteX3" fmla="*/ 1494014 w 1494013"/>
              <a:gd name="connsiteY3" fmla="*/ 0 h 25421"/>
              <a:gd name="connsiteX4" fmla="*/ 1494014 w 1494013"/>
              <a:gd name="connsiteY4" fmla="*/ 25421 h 25421"/>
              <a:gd name="connsiteX5" fmla="*/ 1294774 w 1494013"/>
              <a:gd name="connsiteY5" fmla="*/ 25421 h 25421"/>
              <a:gd name="connsiteX6" fmla="*/ 1195186 w 1494013"/>
              <a:gd name="connsiteY6" fmla="*/ 25421 h 25421"/>
              <a:gd name="connsiteX7" fmla="*/ 1195186 w 1494013"/>
              <a:gd name="connsiteY7" fmla="*/ 0 h 25421"/>
              <a:gd name="connsiteX8" fmla="*/ 1294774 w 1494013"/>
              <a:gd name="connsiteY8" fmla="*/ 0 h 25421"/>
              <a:gd name="connsiteX9" fmla="*/ 1294774 w 1494013"/>
              <a:gd name="connsiteY9" fmla="*/ 25421 h 25421"/>
              <a:gd name="connsiteX10" fmla="*/ 1095597 w 1494013"/>
              <a:gd name="connsiteY10" fmla="*/ 25421 h 25421"/>
              <a:gd name="connsiteX11" fmla="*/ 996009 w 1494013"/>
              <a:gd name="connsiteY11" fmla="*/ 25421 h 25421"/>
              <a:gd name="connsiteX12" fmla="*/ 996009 w 1494013"/>
              <a:gd name="connsiteY12" fmla="*/ 0 h 25421"/>
              <a:gd name="connsiteX13" fmla="*/ 1095597 w 1494013"/>
              <a:gd name="connsiteY13" fmla="*/ 0 h 25421"/>
              <a:gd name="connsiteX14" fmla="*/ 1095597 w 1494013"/>
              <a:gd name="connsiteY14" fmla="*/ 25421 h 25421"/>
              <a:gd name="connsiteX15" fmla="*/ 896421 w 1494013"/>
              <a:gd name="connsiteY15" fmla="*/ 25421 h 25421"/>
              <a:gd name="connsiteX16" fmla="*/ 796833 w 1494013"/>
              <a:gd name="connsiteY16" fmla="*/ 25421 h 25421"/>
              <a:gd name="connsiteX17" fmla="*/ 796833 w 1494013"/>
              <a:gd name="connsiteY17" fmla="*/ 0 h 25421"/>
              <a:gd name="connsiteX18" fmla="*/ 896421 w 1494013"/>
              <a:gd name="connsiteY18" fmla="*/ 0 h 25421"/>
              <a:gd name="connsiteX19" fmla="*/ 896421 w 1494013"/>
              <a:gd name="connsiteY19" fmla="*/ 25421 h 25421"/>
              <a:gd name="connsiteX20" fmla="*/ 697181 w 1494013"/>
              <a:gd name="connsiteY20" fmla="*/ 25421 h 25421"/>
              <a:gd name="connsiteX21" fmla="*/ 597593 w 1494013"/>
              <a:gd name="connsiteY21" fmla="*/ 25421 h 25421"/>
              <a:gd name="connsiteX22" fmla="*/ 597593 w 1494013"/>
              <a:gd name="connsiteY22" fmla="*/ 0 h 25421"/>
              <a:gd name="connsiteX23" fmla="*/ 697181 w 1494013"/>
              <a:gd name="connsiteY23" fmla="*/ 0 h 25421"/>
              <a:gd name="connsiteX24" fmla="*/ 697181 w 1494013"/>
              <a:gd name="connsiteY24" fmla="*/ 25421 h 25421"/>
              <a:gd name="connsiteX25" fmla="*/ 498005 w 1494013"/>
              <a:gd name="connsiteY25" fmla="*/ 25421 h 25421"/>
              <a:gd name="connsiteX26" fmla="*/ 398416 w 1494013"/>
              <a:gd name="connsiteY26" fmla="*/ 25421 h 25421"/>
              <a:gd name="connsiteX27" fmla="*/ 398416 w 1494013"/>
              <a:gd name="connsiteY27" fmla="*/ 0 h 25421"/>
              <a:gd name="connsiteX28" fmla="*/ 498005 w 1494013"/>
              <a:gd name="connsiteY28" fmla="*/ 0 h 25421"/>
              <a:gd name="connsiteX29" fmla="*/ 498005 w 1494013"/>
              <a:gd name="connsiteY29" fmla="*/ 25421 h 25421"/>
              <a:gd name="connsiteX30" fmla="*/ 298765 w 1494013"/>
              <a:gd name="connsiteY30" fmla="*/ 25421 h 25421"/>
              <a:gd name="connsiteX31" fmla="*/ 199176 w 1494013"/>
              <a:gd name="connsiteY31" fmla="*/ 25421 h 25421"/>
              <a:gd name="connsiteX32" fmla="*/ 199176 w 1494013"/>
              <a:gd name="connsiteY32" fmla="*/ 0 h 25421"/>
              <a:gd name="connsiteX33" fmla="*/ 298765 w 1494013"/>
              <a:gd name="connsiteY33" fmla="*/ 0 h 25421"/>
              <a:gd name="connsiteX34" fmla="*/ 298765 w 1494013"/>
              <a:gd name="connsiteY34" fmla="*/ 25421 h 25421"/>
              <a:gd name="connsiteX35" fmla="*/ 99588 w 1494013"/>
              <a:gd name="connsiteY35" fmla="*/ 25421 h 25421"/>
              <a:gd name="connsiteX36" fmla="*/ 0 w 1494013"/>
              <a:gd name="connsiteY36" fmla="*/ 25421 h 25421"/>
              <a:gd name="connsiteX37" fmla="*/ 0 w 1494013"/>
              <a:gd name="connsiteY37" fmla="*/ 0 h 25421"/>
              <a:gd name="connsiteX38" fmla="*/ 99588 w 1494013"/>
              <a:gd name="connsiteY38" fmla="*/ 0 h 25421"/>
              <a:gd name="connsiteX39" fmla="*/ 99588 w 1494013"/>
              <a:gd name="connsiteY39" fmla="*/ 25421 h 25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494013" h="25421">
                <a:moveTo>
                  <a:pt x="1494014" y="25421"/>
                </a:moveTo>
                <a:lnTo>
                  <a:pt x="1394426" y="25421"/>
                </a:lnTo>
                <a:lnTo>
                  <a:pt x="1394426" y="0"/>
                </a:lnTo>
                <a:lnTo>
                  <a:pt x="1494014" y="0"/>
                </a:lnTo>
                <a:lnTo>
                  <a:pt x="1494014" y="25421"/>
                </a:lnTo>
                <a:close/>
                <a:moveTo>
                  <a:pt x="1294774" y="25421"/>
                </a:moveTo>
                <a:lnTo>
                  <a:pt x="1195186" y="25421"/>
                </a:lnTo>
                <a:lnTo>
                  <a:pt x="1195186" y="0"/>
                </a:lnTo>
                <a:lnTo>
                  <a:pt x="1294774" y="0"/>
                </a:lnTo>
                <a:lnTo>
                  <a:pt x="1294774" y="25421"/>
                </a:lnTo>
                <a:close/>
                <a:moveTo>
                  <a:pt x="1095597" y="25421"/>
                </a:moveTo>
                <a:lnTo>
                  <a:pt x="996009" y="25421"/>
                </a:lnTo>
                <a:lnTo>
                  <a:pt x="996009" y="0"/>
                </a:lnTo>
                <a:lnTo>
                  <a:pt x="1095597" y="0"/>
                </a:lnTo>
                <a:lnTo>
                  <a:pt x="1095597" y="25421"/>
                </a:lnTo>
                <a:close/>
                <a:moveTo>
                  <a:pt x="896421" y="25421"/>
                </a:moveTo>
                <a:lnTo>
                  <a:pt x="796833" y="25421"/>
                </a:lnTo>
                <a:lnTo>
                  <a:pt x="796833" y="0"/>
                </a:lnTo>
                <a:lnTo>
                  <a:pt x="896421" y="0"/>
                </a:lnTo>
                <a:lnTo>
                  <a:pt x="896421" y="25421"/>
                </a:lnTo>
                <a:close/>
                <a:moveTo>
                  <a:pt x="697181" y="25421"/>
                </a:moveTo>
                <a:lnTo>
                  <a:pt x="597593" y="25421"/>
                </a:lnTo>
                <a:lnTo>
                  <a:pt x="597593" y="0"/>
                </a:lnTo>
                <a:lnTo>
                  <a:pt x="697181" y="0"/>
                </a:lnTo>
                <a:lnTo>
                  <a:pt x="697181" y="25421"/>
                </a:lnTo>
                <a:close/>
                <a:moveTo>
                  <a:pt x="498005" y="25421"/>
                </a:moveTo>
                <a:lnTo>
                  <a:pt x="398416" y="25421"/>
                </a:lnTo>
                <a:lnTo>
                  <a:pt x="398416" y="0"/>
                </a:lnTo>
                <a:lnTo>
                  <a:pt x="498005" y="0"/>
                </a:lnTo>
                <a:lnTo>
                  <a:pt x="498005" y="25421"/>
                </a:lnTo>
                <a:close/>
                <a:moveTo>
                  <a:pt x="298765" y="25421"/>
                </a:moveTo>
                <a:lnTo>
                  <a:pt x="199176" y="25421"/>
                </a:lnTo>
                <a:lnTo>
                  <a:pt x="199176" y="0"/>
                </a:lnTo>
                <a:lnTo>
                  <a:pt x="298765" y="0"/>
                </a:lnTo>
                <a:lnTo>
                  <a:pt x="298765" y="25421"/>
                </a:lnTo>
                <a:close/>
                <a:moveTo>
                  <a:pt x="99588" y="25421"/>
                </a:moveTo>
                <a:lnTo>
                  <a:pt x="0" y="25421"/>
                </a:lnTo>
                <a:lnTo>
                  <a:pt x="0" y="0"/>
                </a:lnTo>
                <a:lnTo>
                  <a:pt x="99588" y="0"/>
                </a:lnTo>
                <a:lnTo>
                  <a:pt x="99588" y="25421"/>
                </a:lnTo>
                <a:close/>
              </a:path>
            </a:pathLst>
          </a:custGeom>
          <a:solidFill>
            <a:srgbClr val="00C1D4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de-DE" b="0" i="0" dirty="0">
              <a:latin typeface="Poppins" panose="00000500000000000000" pitchFamily="2" charset="0"/>
            </a:endParaRPr>
          </a:p>
        </p:txBody>
      </p:sp>
      <p:sp>
        <p:nvSpPr>
          <p:cNvPr id="35" name="Freihandform: Form 34">
            <a:extLst>
              <a:ext uri="{FF2B5EF4-FFF2-40B4-BE49-F238E27FC236}">
                <a16:creationId xmlns:a16="http://schemas.microsoft.com/office/drawing/2014/main" id="{3DBCF657-DEE8-4A99-9185-31123FA105E8}"/>
              </a:ext>
            </a:extLst>
          </p:cNvPr>
          <p:cNvSpPr/>
          <p:nvPr userDrawn="1"/>
        </p:nvSpPr>
        <p:spPr>
          <a:xfrm>
            <a:off x="767408" y="4176355"/>
            <a:ext cx="25421" cy="1522040"/>
          </a:xfrm>
          <a:custGeom>
            <a:avLst/>
            <a:gdLst>
              <a:gd name="connsiteX0" fmla="*/ 25421 w 25421"/>
              <a:gd name="connsiteY0" fmla="*/ 1522040 h 1522040"/>
              <a:gd name="connsiteX1" fmla="*/ 0 w 25421"/>
              <a:gd name="connsiteY1" fmla="*/ 1522040 h 1522040"/>
              <a:gd name="connsiteX2" fmla="*/ 0 w 25421"/>
              <a:gd name="connsiteY2" fmla="*/ 1420546 h 1522040"/>
              <a:gd name="connsiteX3" fmla="*/ 25421 w 25421"/>
              <a:gd name="connsiteY3" fmla="*/ 1420546 h 1522040"/>
              <a:gd name="connsiteX4" fmla="*/ 25421 w 25421"/>
              <a:gd name="connsiteY4" fmla="*/ 1522040 h 1522040"/>
              <a:gd name="connsiteX5" fmla="*/ 25421 w 25421"/>
              <a:gd name="connsiteY5" fmla="*/ 1319114 h 1522040"/>
              <a:gd name="connsiteX6" fmla="*/ 0 w 25421"/>
              <a:gd name="connsiteY6" fmla="*/ 1319114 h 1522040"/>
              <a:gd name="connsiteX7" fmla="*/ 0 w 25421"/>
              <a:gd name="connsiteY7" fmla="*/ 1217620 h 1522040"/>
              <a:gd name="connsiteX8" fmla="*/ 25421 w 25421"/>
              <a:gd name="connsiteY8" fmla="*/ 1217620 h 1522040"/>
              <a:gd name="connsiteX9" fmla="*/ 25421 w 25421"/>
              <a:gd name="connsiteY9" fmla="*/ 1319114 h 1522040"/>
              <a:gd name="connsiteX10" fmla="*/ 25421 w 25421"/>
              <a:gd name="connsiteY10" fmla="*/ 1116188 h 1522040"/>
              <a:gd name="connsiteX11" fmla="*/ 0 w 25421"/>
              <a:gd name="connsiteY11" fmla="*/ 1116188 h 1522040"/>
              <a:gd name="connsiteX12" fmla="*/ 0 w 25421"/>
              <a:gd name="connsiteY12" fmla="*/ 1014694 h 1522040"/>
              <a:gd name="connsiteX13" fmla="*/ 25421 w 25421"/>
              <a:gd name="connsiteY13" fmla="*/ 1014694 h 1522040"/>
              <a:gd name="connsiteX14" fmla="*/ 25421 w 25421"/>
              <a:gd name="connsiteY14" fmla="*/ 1116188 h 1522040"/>
              <a:gd name="connsiteX15" fmla="*/ 25421 w 25421"/>
              <a:gd name="connsiteY15" fmla="*/ 913199 h 1522040"/>
              <a:gd name="connsiteX16" fmla="*/ 0 w 25421"/>
              <a:gd name="connsiteY16" fmla="*/ 913199 h 1522040"/>
              <a:gd name="connsiteX17" fmla="*/ 0 w 25421"/>
              <a:gd name="connsiteY17" fmla="*/ 811704 h 1522040"/>
              <a:gd name="connsiteX18" fmla="*/ 25421 w 25421"/>
              <a:gd name="connsiteY18" fmla="*/ 811704 h 1522040"/>
              <a:gd name="connsiteX19" fmla="*/ 25421 w 25421"/>
              <a:gd name="connsiteY19" fmla="*/ 913199 h 1522040"/>
              <a:gd name="connsiteX20" fmla="*/ 25421 w 25421"/>
              <a:gd name="connsiteY20" fmla="*/ 710273 h 1522040"/>
              <a:gd name="connsiteX21" fmla="*/ 0 w 25421"/>
              <a:gd name="connsiteY21" fmla="*/ 710273 h 1522040"/>
              <a:gd name="connsiteX22" fmla="*/ 0 w 25421"/>
              <a:gd name="connsiteY22" fmla="*/ 608778 h 1522040"/>
              <a:gd name="connsiteX23" fmla="*/ 25421 w 25421"/>
              <a:gd name="connsiteY23" fmla="*/ 608778 h 1522040"/>
              <a:gd name="connsiteX24" fmla="*/ 25421 w 25421"/>
              <a:gd name="connsiteY24" fmla="*/ 710273 h 1522040"/>
              <a:gd name="connsiteX25" fmla="*/ 25421 w 25421"/>
              <a:gd name="connsiteY25" fmla="*/ 507347 h 1522040"/>
              <a:gd name="connsiteX26" fmla="*/ 0 w 25421"/>
              <a:gd name="connsiteY26" fmla="*/ 507347 h 1522040"/>
              <a:gd name="connsiteX27" fmla="*/ 0 w 25421"/>
              <a:gd name="connsiteY27" fmla="*/ 405852 h 1522040"/>
              <a:gd name="connsiteX28" fmla="*/ 25421 w 25421"/>
              <a:gd name="connsiteY28" fmla="*/ 405852 h 1522040"/>
              <a:gd name="connsiteX29" fmla="*/ 25421 w 25421"/>
              <a:gd name="connsiteY29" fmla="*/ 507347 h 1522040"/>
              <a:gd name="connsiteX30" fmla="*/ 25421 w 25421"/>
              <a:gd name="connsiteY30" fmla="*/ 304421 h 1522040"/>
              <a:gd name="connsiteX31" fmla="*/ 0 w 25421"/>
              <a:gd name="connsiteY31" fmla="*/ 304421 h 1522040"/>
              <a:gd name="connsiteX32" fmla="*/ 0 w 25421"/>
              <a:gd name="connsiteY32" fmla="*/ 202926 h 1522040"/>
              <a:gd name="connsiteX33" fmla="*/ 25421 w 25421"/>
              <a:gd name="connsiteY33" fmla="*/ 202926 h 1522040"/>
              <a:gd name="connsiteX34" fmla="*/ 25421 w 25421"/>
              <a:gd name="connsiteY34" fmla="*/ 304421 h 1522040"/>
              <a:gd name="connsiteX35" fmla="*/ 25421 w 25421"/>
              <a:gd name="connsiteY35" fmla="*/ 101495 h 1522040"/>
              <a:gd name="connsiteX36" fmla="*/ 0 w 25421"/>
              <a:gd name="connsiteY36" fmla="*/ 101495 h 1522040"/>
              <a:gd name="connsiteX37" fmla="*/ 0 w 25421"/>
              <a:gd name="connsiteY37" fmla="*/ 0 h 1522040"/>
              <a:gd name="connsiteX38" fmla="*/ 25421 w 25421"/>
              <a:gd name="connsiteY38" fmla="*/ 0 h 1522040"/>
              <a:gd name="connsiteX39" fmla="*/ 25421 w 25421"/>
              <a:gd name="connsiteY39" fmla="*/ 101495 h 1522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25421" h="1522040">
                <a:moveTo>
                  <a:pt x="25421" y="1522040"/>
                </a:moveTo>
                <a:lnTo>
                  <a:pt x="0" y="1522040"/>
                </a:lnTo>
                <a:lnTo>
                  <a:pt x="0" y="1420546"/>
                </a:lnTo>
                <a:lnTo>
                  <a:pt x="25421" y="1420546"/>
                </a:lnTo>
                <a:lnTo>
                  <a:pt x="25421" y="1522040"/>
                </a:lnTo>
                <a:close/>
                <a:moveTo>
                  <a:pt x="25421" y="1319114"/>
                </a:moveTo>
                <a:lnTo>
                  <a:pt x="0" y="1319114"/>
                </a:lnTo>
                <a:lnTo>
                  <a:pt x="0" y="1217620"/>
                </a:lnTo>
                <a:lnTo>
                  <a:pt x="25421" y="1217620"/>
                </a:lnTo>
                <a:lnTo>
                  <a:pt x="25421" y="1319114"/>
                </a:lnTo>
                <a:close/>
                <a:moveTo>
                  <a:pt x="25421" y="1116188"/>
                </a:moveTo>
                <a:lnTo>
                  <a:pt x="0" y="1116188"/>
                </a:lnTo>
                <a:lnTo>
                  <a:pt x="0" y="1014694"/>
                </a:lnTo>
                <a:lnTo>
                  <a:pt x="25421" y="1014694"/>
                </a:lnTo>
                <a:lnTo>
                  <a:pt x="25421" y="1116188"/>
                </a:lnTo>
                <a:close/>
                <a:moveTo>
                  <a:pt x="25421" y="913199"/>
                </a:moveTo>
                <a:lnTo>
                  <a:pt x="0" y="913199"/>
                </a:lnTo>
                <a:lnTo>
                  <a:pt x="0" y="811704"/>
                </a:lnTo>
                <a:lnTo>
                  <a:pt x="25421" y="811704"/>
                </a:lnTo>
                <a:lnTo>
                  <a:pt x="25421" y="913199"/>
                </a:lnTo>
                <a:close/>
                <a:moveTo>
                  <a:pt x="25421" y="710273"/>
                </a:moveTo>
                <a:lnTo>
                  <a:pt x="0" y="710273"/>
                </a:lnTo>
                <a:lnTo>
                  <a:pt x="0" y="608778"/>
                </a:lnTo>
                <a:lnTo>
                  <a:pt x="25421" y="608778"/>
                </a:lnTo>
                <a:lnTo>
                  <a:pt x="25421" y="710273"/>
                </a:lnTo>
                <a:close/>
                <a:moveTo>
                  <a:pt x="25421" y="507347"/>
                </a:moveTo>
                <a:lnTo>
                  <a:pt x="0" y="507347"/>
                </a:lnTo>
                <a:lnTo>
                  <a:pt x="0" y="405852"/>
                </a:lnTo>
                <a:lnTo>
                  <a:pt x="25421" y="405852"/>
                </a:lnTo>
                <a:lnTo>
                  <a:pt x="25421" y="507347"/>
                </a:lnTo>
                <a:close/>
                <a:moveTo>
                  <a:pt x="25421" y="304421"/>
                </a:moveTo>
                <a:lnTo>
                  <a:pt x="0" y="304421"/>
                </a:lnTo>
                <a:lnTo>
                  <a:pt x="0" y="202926"/>
                </a:lnTo>
                <a:lnTo>
                  <a:pt x="25421" y="202926"/>
                </a:lnTo>
                <a:lnTo>
                  <a:pt x="25421" y="304421"/>
                </a:lnTo>
                <a:close/>
                <a:moveTo>
                  <a:pt x="25421" y="101495"/>
                </a:moveTo>
                <a:lnTo>
                  <a:pt x="0" y="101495"/>
                </a:lnTo>
                <a:lnTo>
                  <a:pt x="0" y="0"/>
                </a:lnTo>
                <a:lnTo>
                  <a:pt x="25421" y="0"/>
                </a:lnTo>
                <a:lnTo>
                  <a:pt x="25421" y="101495"/>
                </a:lnTo>
                <a:close/>
              </a:path>
            </a:pathLst>
          </a:custGeom>
          <a:solidFill>
            <a:srgbClr val="00C1D4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de-DE" b="0" i="0" dirty="0">
              <a:latin typeface="Poppins" panose="00000500000000000000" pitchFamily="2" charset="0"/>
            </a:endParaRPr>
          </a:p>
        </p:txBody>
      </p:sp>
      <p:sp>
        <p:nvSpPr>
          <p:cNvPr id="36" name="Freihandform: Form 35">
            <a:extLst>
              <a:ext uri="{FF2B5EF4-FFF2-40B4-BE49-F238E27FC236}">
                <a16:creationId xmlns:a16="http://schemas.microsoft.com/office/drawing/2014/main" id="{17B3F24A-8DC0-4101-A046-78D77361B596}"/>
              </a:ext>
            </a:extLst>
          </p:cNvPr>
          <p:cNvSpPr/>
          <p:nvPr userDrawn="1"/>
        </p:nvSpPr>
        <p:spPr>
          <a:xfrm>
            <a:off x="929532" y="5837895"/>
            <a:ext cx="1494013" cy="25421"/>
          </a:xfrm>
          <a:custGeom>
            <a:avLst/>
            <a:gdLst>
              <a:gd name="connsiteX0" fmla="*/ 1494014 w 1494013"/>
              <a:gd name="connsiteY0" fmla="*/ 25421 h 25421"/>
              <a:gd name="connsiteX1" fmla="*/ 1394425 w 1494013"/>
              <a:gd name="connsiteY1" fmla="*/ 25421 h 25421"/>
              <a:gd name="connsiteX2" fmla="*/ 1394425 w 1494013"/>
              <a:gd name="connsiteY2" fmla="*/ 0 h 25421"/>
              <a:gd name="connsiteX3" fmla="*/ 1494014 w 1494013"/>
              <a:gd name="connsiteY3" fmla="*/ 0 h 25421"/>
              <a:gd name="connsiteX4" fmla="*/ 1494014 w 1494013"/>
              <a:gd name="connsiteY4" fmla="*/ 25421 h 25421"/>
              <a:gd name="connsiteX5" fmla="*/ 1294774 w 1494013"/>
              <a:gd name="connsiteY5" fmla="*/ 25421 h 25421"/>
              <a:gd name="connsiteX6" fmla="*/ 1195186 w 1494013"/>
              <a:gd name="connsiteY6" fmla="*/ 25421 h 25421"/>
              <a:gd name="connsiteX7" fmla="*/ 1195186 w 1494013"/>
              <a:gd name="connsiteY7" fmla="*/ 0 h 25421"/>
              <a:gd name="connsiteX8" fmla="*/ 1294774 w 1494013"/>
              <a:gd name="connsiteY8" fmla="*/ 0 h 25421"/>
              <a:gd name="connsiteX9" fmla="*/ 1294774 w 1494013"/>
              <a:gd name="connsiteY9" fmla="*/ 25421 h 25421"/>
              <a:gd name="connsiteX10" fmla="*/ 1095597 w 1494013"/>
              <a:gd name="connsiteY10" fmla="*/ 25421 h 25421"/>
              <a:gd name="connsiteX11" fmla="*/ 996009 w 1494013"/>
              <a:gd name="connsiteY11" fmla="*/ 25421 h 25421"/>
              <a:gd name="connsiteX12" fmla="*/ 996009 w 1494013"/>
              <a:gd name="connsiteY12" fmla="*/ 0 h 25421"/>
              <a:gd name="connsiteX13" fmla="*/ 1095597 w 1494013"/>
              <a:gd name="connsiteY13" fmla="*/ 0 h 25421"/>
              <a:gd name="connsiteX14" fmla="*/ 1095597 w 1494013"/>
              <a:gd name="connsiteY14" fmla="*/ 25421 h 25421"/>
              <a:gd name="connsiteX15" fmla="*/ 896421 w 1494013"/>
              <a:gd name="connsiteY15" fmla="*/ 25421 h 25421"/>
              <a:gd name="connsiteX16" fmla="*/ 796833 w 1494013"/>
              <a:gd name="connsiteY16" fmla="*/ 25421 h 25421"/>
              <a:gd name="connsiteX17" fmla="*/ 796833 w 1494013"/>
              <a:gd name="connsiteY17" fmla="*/ 0 h 25421"/>
              <a:gd name="connsiteX18" fmla="*/ 896421 w 1494013"/>
              <a:gd name="connsiteY18" fmla="*/ 0 h 25421"/>
              <a:gd name="connsiteX19" fmla="*/ 896421 w 1494013"/>
              <a:gd name="connsiteY19" fmla="*/ 25421 h 25421"/>
              <a:gd name="connsiteX20" fmla="*/ 697181 w 1494013"/>
              <a:gd name="connsiteY20" fmla="*/ 25421 h 25421"/>
              <a:gd name="connsiteX21" fmla="*/ 597593 w 1494013"/>
              <a:gd name="connsiteY21" fmla="*/ 25421 h 25421"/>
              <a:gd name="connsiteX22" fmla="*/ 597593 w 1494013"/>
              <a:gd name="connsiteY22" fmla="*/ 0 h 25421"/>
              <a:gd name="connsiteX23" fmla="*/ 697181 w 1494013"/>
              <a:gd name="connsiteY23" fmla="*/ 0 h 25421"/>
              <a:gd name="connsiteX24" fmla="*/ 697181 w 1494013"/>
              <a:gd name="connsiteY24" fmla="*/ 25421 h 25421"/>
              <a:gd name="connsiteX25" fmla="*/ 498005 w 1494013"/>
              <a:gd name="connsiteY25" fmla="*/ 25421 h 25421"/>
              <a:gd name="connsiteX26" fmla="*/ 398416 w 1494013"/>
              <a:gd name="connsiteY26" fmla="*/ 25421 h 25421"/>
              <a:gd name="connsiteX27" fmla="*/ 398416 w 1494013"/>
              <a:gd name="connsiteY27" fmla="*/ 0 h 25421"/>
              <a:gd name="connsiteX28" fmla="*/ 498005 w 1494013"/>
              <a:gd name="connsiteY28" fmla="*/ 0 h 25421"/>
              <a:gd name="connsiteX29" fmla="*/ 498005 w 1494013"/>
              <a:gd name="connsiteY29" fmla="*/ 25421 h 25421"/>
              <a:gd name="connsiteX30" fmla="*/ 298765 w 1494013"/>
              <a:gd name="connsiteY30" fmla="*/ 25421 h 25421"/>
              <a:gd name="connsiteX31" fmla="*/ 199176 w 1494013"/>
              <a:gd name="connsiteY31" fmla="*/ 25421 h 25421"/>
              <a:gd name="connsiteX32" fmla="*/ 199176 w 1494013"/>
              <a:gd name="connsiteY32" fmla="*/ 0 h 25421"/>
              <a:gd name="connsiteX33" fmla="*/ 298765 w 1494013"/>
              <a:gd name="connsiteY33" fmla="*/ 0 h 25421"/>
              <a:gd name="connsiteX34" fmla="*/ 298765 w 1494013"/>
              <a:gd name="connsiteY34" fmla="*/ 25421 h 25421"/>
              <a:gd name="connsiteX35" fmla="*/ 99588 w 1494013"/>
              <a:gd name="connsiteY35" fmla="*/ 25421 h 25421"/>
              <a:gd name="connsiteX36" fmla="*/ 0 w 1494013"/>
              <a:gd name="connsiteY36" fmla="*/ 25421 h 25421"/>
              <a:gd name="connsiteX37" fmla="*/ 0 w 1494013"/>
              <a:gd name="connsiteY37" fmla="*/ 0 h 25421"/>
              <a:gd name="connsiteX38" fmla="*/ 99588 w 1494013"/>
              <a:gd name="connsiteY38" fmla="*/ 0 h 25421"/>
              <a:gd name="connsiteX39" fmla="*/ 99588 w 1494013"/>
              <a:gd name="connsiteY39" fmla="*/ 25421 h 25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494013" h="25421">
                <a:moveTo>
                  <a:pt x="1494014" y="25421"/>
                </a:moveTo>
                <a:lnTo>
                  <a:pt x="1394425" y="25421"/>
                </a:lnTo>
                <a:lnTo>
                  <a:pt x="1394425" y="0"/>
                </a:lnTo>
                <a:lnTo>
                  <a:pt x="1494014" y="0"/>
                </a:lnTo>
                <a:lnTo>
                  <a:pt x="1494014" y="25421"/>
                </a:lnTo>
                <a:close/>
                <a:moveTo>
                  <a:pt x="1294774" y="25421"/>
                </a:moveTo>
                <a:lnTo>
                  <a:pt x="1195186" y="25421"/>
                </a:lnTo>
                <a:lnTo>
                  <a:pt x="1195186" y="0"/>
                </a:lnTo>
                <a:lnTo>
                  <a:pt x="1294774" y="0"/>
                </a:lnTo>
                <a:lnTo>
                  <a:pt x="1294774" y="25421"/>
                </a:lnTo>
                <a:close/>
                <a:moveTo>
                  <a:pt x="1095597" y="25421"/>
                </a:moveTo>
                <a:lnTo>
                  <a:pt x="996009" y="25421"/>
                </a:lnTo>
                <a:lnTo>
                  <a:pt x="996009" y="0"/>
                </a:lnTo>
                <a:lnTo>
                  <a:pt x="1095597" y="0"/>
                </a:lnTo>
                <a:lnTo>
                  <a:pt x="1095597" y="25421"/>
                </a:lnTo>
                <a:close/>
                <a:moveTo>
                  <a:pt x="896421" y="25421"/>
                </a:moveTo>
                <a:lnTo>
                  <a:pt x="796833" y="25421"/>
                </a:lnTo>
                <a:lnTo>
                  <a:pt x="796833" y="0"/>
                </a:lnTo>
                <a:lnTo>
                  <a:pt x="896421" y="0"/>
                </a:lnTo>
                <a:lnTo>
                  <a:pt x="896421" y="25421"/>
                </a:lnTo>
                <a:close/>
                <a:moveTo>
                  <a:pt x="697181" y="25421"/>
                </a:moveTo>
                <a:lnTo>
                  <a:pt x="597593" y="25421"/>
                </a:lnTo>
                <a:lnTo>
                  <a:pt x="597593" y="0"/>
                </a:lnTo>
                <a:lnTo>
                  <a:pt x="697181" y="0"/>
                </a:lnTo>
                <a:lnTo>
                  <a:pt x="697181" y="25421"/>
                </a:lnTo>
                <a:close/>
                <a:moveTo>
                  <a:pt x="498005" y="25421"/>
                </a:moveTo>
                <a:lnTo>
                  <a:pt x="398416" y="25421"/>
                </a:lnTo>
                <a:lnTo>
                  <a:pt x="398416" y="0"/>
                </a:lnTo>
                <a:lnTo>
                  <a:pt x="498005" y="0"/>
                </a:lnTo>
                <a:lnTo>
                  <a:pt x="498005" y="25421"/>
                </a:lnTo>
                <a:close/>
                <a:moveTo>
                  <a:pt x="298765" y="25421"/>
                </a:moveTo>
                <a:lnTo>
                  <a:pt x="199176" y="25421"/>
                </a:lnTo>
                <a:lnTo>
                  <a:pt x="199176" y="0"/>
                </a:lnTo>
                <a:lnTo>
                  <a:pt x="298765" y="0"/>
                </a:lnTo>
                <a:lnTo>
                  <a:pt x="298765" y="25421"/>
                </a:lnTo>
                <a:close/>
                <a:moveTo>
                  <a:pt x="99588" y="25421"/>
                </a:moveTo>
                <a:lnTo>
                  <a:pt x="0" y="25421"/>
                </a:lnTo>
                <a:lnTo>
                  <a:pt x="0" y="0"/>
                </a:lnTo>
                <a:lnTo>
                  <a:pt x="99588" y="0"/>
                </a:lnTo>
                <a:lnTo>
                  <a:pt x="99588" y="25421"/>
                </a:lnTo>
                <a:close/>
              </a:path>
            </a:pathLst>
          </a:custGeom>
          <a:solidFill>
            <a:srgbClr val="00C1D4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de-DE" b="0" i="0" dirty="0">
              <a:latin typeface="Poppins" panose="00000500000000000000" pitchFamily="2" charset="0"/>
            </a:endParaRPr>
          </a:p>
        </p:txBody>
      </p:sp>
      <p:sp>
        <p:nvSpPr>
          <p:cNvPr id="37" name="Freihandform: Form 36">
            <a:extLst>
              <a:ext uri="{FF2B5EF4-FFF2-40B4-BE49-F238E27FC236}">
                <a16:creationId xmlns:a16="http://schemas.microsoft.com/office/drawing/2014/main" id="{7E0BEF0B-1118-4BD4-8B04-E3532EEF2EEF}"/>
              </a:ext>
            </a:extLst>
          </p:cNvPr>
          <p:cNvSpPr/>
          <p:nvPr userDrawn="1"/>
        </p:nvSpPr>
        <p:spPr>
          <a:xfrm>
            <a:off x="2560186" y="4176418"/>
            <a:ext cx="25421" cy="1522040"/>
          </a:xfrm>
          <a:custGeom>
            <a:avLst/>
            <a:gdLst>
              <a:gd name="connsiteX0" fmla="*/ 25421 w 25421"/>
              <a:gd name="connsiteY0" fmla="*/ 1522041 h 1522040"/>
              <a:gd name="connsiteX1" fmla="*/ 0 w 25421"/>
              <a:gd name="connsiteY1" fmla="*/ 1522041 h 1522040"/>
              <a:gd name="connsiteX2" fmla="*/ 0 w 25421"/>
              <a:gd name="connsiteY2" fmla="*/ 1420546 h 1522040"/>
              <a:gd name="connsiteX3" fmla="*/ 25421 w 25421"/>
              <a:gd name="connsiteY3" fmla="*/ 1420546 h 1522040"/>
              <a:gd name="connsiteX4" fmla="*/ 25421 w 25421"/>
              <a:gd name="connsiteY4" fmla="*/ 1522041 h 1522040"/>
              <a:gd name="connsiteX5" fmla="*/ 25421 w 25421"/>
              <a:gd name="connsiteY5" fmla="*/ 1319051 h 1522040"/>
              <a:gd name="connsiteX6" fmla="*/ 0 w 25421"/>
              <a:gd name="connsiteY6" fmla="*/ 1319051 h 1522040"/>
              <a:gd name="connsiteX7" fmla="*/ 0 w 25421"/>
              <a:gd name="connsiteY7" fmla="*/ 1217556 h 1522040"/>
              <a:gd name="connsiteX8" fmla="*/ 25421 w 25421"/>
              <a:gd name="connsiteY8" fmla="*/ 1217556 h 1522040"/>
              <a:gd name="connsiteX9" fmla="*/ 25421 w 25421"/>
              <a:gd name="connsiteY9" fmla="*/ 1319051 h 1522040"/>
              <a:gd name="connsiteX10" fmla="*/ 25421 w 25421"/>
              <a:gd name="connsiteY10" fmla="*/ 1116125 h 1522040"/>
              <a:gd name="connsiteX11" fmla="*/ 0 w 25421"/>
              <a:gd name="connsiteY11" fmla="*/ 1116125 h 1522040"/>
              <a:gd name="connsiteX12" fmla="*/ 0 w 25421"/>
              <a:gd name="connsiteY12" fmla="*/ 1014630 h 1522040"/>
              <a:gd name="connsiteX13" fmla="*/ 25421 w 25421"/>
              <a:gd name="connsiteY13" fmla="*/ 1014630 h 1522040"/>
              <a:gd name="connsiteX14" fmla="*/ 25421 w 25421"/>
              <a:gd name="connsiteY14" fmla="*/ 1116125 h 1522040"/>
              <a:gd name="connsiteX15" fmla="*/ 25421 w 25421"/>
              <a:gd name="connsiteY15" fmla="*/ 913199 h 1522040"/>
              <a:gd name="connsiteX16" fmla="*/ 0 w 25421"/>
              <a:gd name="connsiteY16" fmla="*/ 913199 h 1522040"/>
              <a:gd name="connsiteX17" fmla="*/ 0 w 25421"/>
              <a:gd name="connsiteY17" fmla="*/ 811704 h 1522040"/>
              <a:gd name="connsiteX18" fmla="*/ 25421 w 25421"/>
              <a:gd name="connsiteY18" fmla="*/ 811704 h 1522040"/>
              <a:gd name="connsiteX19" fmla="*/ 25421 w 25421"/>
              <a:gd name="connsiteY19" fmla="*/ 913199 h 1522040"/>
              <a:gd name="connsiteX20" fmla="*/ 25421 w 25421"/>
              <a:gd name="connsiteY20" fmla="*/ 710273 h 1522040"/>
              <a:gd name="connsiteX21" fmla="*/ 0 w 25421"/>
              <a:gd name="connsiteY21" fmla="*/ 710273 h 1522040"/>
              <a:gd name="connsiteX22" fmla="*/ 0 w 25421"/>
              <a:gd name="connsiteY22" fmla="*/ 608778 h 1522040"/>
              <a:gd name="connsiteX23" fmla="*/ 25421 w 25421"/>
              <a:gd name="connsiteY23" fmla="*/ 608778 h 1522040"/>
              <a:gd name="connsiteX24" fmla="*/ 25421 w 25421"/>
              <a:gd name="connsiteY24" fmla="*/ 710273 h 1522040"/>
              <a:gd name="connsiteX25" fmla="*/ 25421 w 25421"/>
              <a:gd name="connsiteY25" fmla="*/ 507347 h 1522040"/>
              <a:gd name="connsiteX26" fmla="*/ 0 w 25421"/>
              <a:gd name="connsiteY26" fmla="*/ 507347 h 1522040"/>
              <a:gd name="connsiteX27" fmla="*/ 0 w 25421"/>
              <a:gd name="connsiteY27" fmla="*/ 405852 h 1522040"/>
              <a:gd name="connsiteX28" fmla="*/ 25421 w 25421"/>
              <a:gd name="connsiteY28" fmla="*/ 405852 h 1522040"/>
              <a:gd name="connsiteX29" fmla="*/ 25421 w 25421"/>
              <a:gd name="connsiteY29" fmla="*/ 507347 h 1522040"/>
              <a:gd name="connsiteX30" fmla="*/ 25421 w 25421"/>
              <a:gd name="connsiteY30" fmla="*/ 304357 h 1522040"/>
              <a:gd name="connsiteX31" fmla="*/ 0 w 25421"/>
              <a:gd name="connsiteY31" fmla="*/ 304357 h 1522040"/>
              <a:gd name="connsiteX32" fmla="*/ 0 w 25421"/>
              <a:gd name="connsiteY32" fmla="*/ 202926 h 1522040"/>
              <a:gd name="connsiteX33" fmla="*/ 25421 w 25421"/>
              <a:gd name="connsiteY33" fmla="*/ 202926 h 1522040"/>
              <a:gd name="connsiteX34" fmla="*/ 25421 w 25421"/>
              <a:gd name="connsiteY34" fmla="*/ 304357 h 1522040"/>
              <a:gd name="connsiteX35" fmla="*/ 25421 w 25421"/>
              <a:gd name="connsiteY35" fmla="*/ 101431 h 1522040"/>
              <a:gd name="connsiteX36" fmla="*/ 0 w 25421"/>
              <a:gd name="connsiteY36" fmla="*/ 101431 h 1522040"/>
              <a:gd name="connsiteX37" fmla="*/ 0 w 25421"/>
              <a:gd name="connsiteY37" fmla="*/ 0 h 1522040"/>
              <a:gd name="connsiteX38" fmla="*/ 25421 w 25421"/>
              <a:gd name="connsiteY38" fmla="*/ 0 h 1522040"/>
              <a:gd name="connsiteX39" fmla="*/ 25421 w 25421"/>
              <a:gd name="connsiteY39" fmla="*/ 101431 h 1522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25421" h="1522040">
                <a:moveTo>
                  <a:pt x="25421" y="1522041"/>
                </a:moveTo>
                <a:lnTo>
                  <a:pt x="0" y="1522041"/>
                </a:lnTo>
                <a:lnTo>
                  <a:pt x="0" y="1420546"/>
                </a:lnTo>
                <a:lnTo>
                  <a:pt x="25421" y="1420546"/>
                </a:lnTo>
                <a:lnTo>
                  <a:pt x="25421" y="1522041"/>
                </a:lnTo>
                <a:close/>
                <a:moveTo>
                  <a:pt x="25421" y="1319051"/>
                </a:moveTo>
                <a:lnTo>
                  <a:pt x="0" y="1319051"/>
                </a:lnTo>
                <a:lnTo>
                  <a:pt x="0" y="1217556"/>
                </a:lnTo>
                <a:lnTo>
                  <a:pt x="25421" y="1217556"/>
                </a:lnTo>
                <a:lnTo>
                  <a:pt x="25421" y="1319051"/>
                </a:lnTo>
                <a:close/>
                <a:moveTo>
                  <a:pt x="25421" y="1116125"/>
                </a:moveTo>
                <a:lnTo>
                  <a:pt x="0" y="1116125"/>
                </a:lnTo>
                <a:lnTo>
                  <a:pt x="0" y="1014630"/>
                </a:lnTo>
                <a:lnTo>
                  <a:pt x="25421" y="1014630"/>
                </a:lnTo>
                <a:lnTo>
                  <a:pt x="25421" y="1116125"/>
                </a:lnTo>
                <a:close/>
                <a:moveTo>
                  <a:pt x="25421" y="913199"/>
                </a:moveTo>
                <a:lnTo>
                  <a:pt x="0" y="913199"/>
                </a:lnTo>
                <a:lnTo>
                  <a:pt x="0" y="811704"/>
                </a:lnTo>
                <a:lnTo>
                  <a:pt x="25421" y="811704"/>
                </a:lnTo>
                <a:lnTo>
                  <a:pt x="25421" y="913199"/>
                </a:lnTo>
                <a:close/>
                <a:moveTo>
                  <a:pt x="25421" y="710273"/>
                </a:moveTo>
                <a:lnTo>
                  <a:pt x="0" y="710273"/>
                </a:lnTo>
                <a:lnTo>
                  <a:pt x="0" y="608778"/>
                </a:lnTo>
                <a:lnTo>
                  <a:pt x="25421" y="608778"/>
                </a:lnTo>
                <a:lnTo>
                  <a:pt x="25421" y="710273"/>
                </a:lnTo>
                <a:close/>
                <a:moveTo>
                  <a:pt x="25421" y="507347"/>
                </a:moveTo>
                <a:lnTo>
                  <a:pt x="0" y="507347"/>
                </a:lnTo>
                <a:lnTo>
                  <a:pt x="0" y="405852"/>
                </a:lnTo>
                <a:lnTo>
                  <a:pt x="25421" y="405852"/>
                </a:lnTo>
                <a:lnTo>
                  <a:pt x="25421" y="507347"/>
                </a:lnTo>
                <a:close/>
                <a:moveTo>
                  <a:pt x="25421" y="304357"/>
                </a:moveTo>
                <a:lnTo>
                  <a:pt x="0" y="304357"/>
                </a:lnTo>
                <a:lnTo>
                  <a:pt x="0" y="202926"/>
                </a:lnTo>
                <a:lnTo>
                  <a:pt x="25421" y="202926"/>
                </a:lnTo>
                <a:lnTo>
                  <a:pt x="25421" y="304357"/>
                </a:lnTo>
                <a:close/>
                <a:moveTo>
                  <a:pt x="25421" y="101431"/>
                </a:moveTo>
                <a:lnTo>
                  <a:pt x="0" y="101431"/>
                </a:lnTo>
                <a:lnTo>
                  <a:pt x="0" y="0"/>
                </a:lnTo>
                <a:lnTo>
                  <a:pt x="25421" y="0"/>
                </a:lnTo>
                <a:lnTo>
                  <a:pt x="25421" y="101431"/>
                </a:lnTo>
                <a:close/>
              </a:path>
            </a:pathLst>
          </a:custGeom>
          <a:solidFill>
            <a:srgbClr val="00C1D4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de-DE" b="0" i="0" dirty="0">
              <a:latin typeface="Poppins" panose="00000500000000000000" pitchFamily="2" charset="0"/>
            </a:endParaRPr>
          </a:p>
        </p:txBody>
      </p:sp>
      <p:sp>
        <p:nvSpPr>
          <p:cNvPr id="38" name="Freihandform: Form 37">
            <a:extLst>
              <a:ext uri="{FF2B5EF4-FFF2-40B4-BE49-F238E27FC236}">
                <a16:creationId xmlns:a16="http://schemas.microsoft.com/office/drawing/2014/main" id="{A1C5F9ED-BC1C-494F-9003-5C4976C079DF}"/>
              </a:ext>
            </a:extLst>
          </p:cNvPr>
          <p:cNvSpPr/>
          <p:nvPr userDrawn="1"/>
        </p:nvSpPr>
        <p:spPr>
          <a:xfrm>
            <a:off x="767408" y="4011434"/>
            <a:ext cx="1818199" cy="1851882"/>
          </a:xfrm>
          <a:custGeom>
            <a:avLst/>
            <a:gdLst>
              <a:gd name="connsiteX0" fmla="*/ 1818200 w 1818199"/>
              <a:gd name="connsiteY0" fmla="*/ 1851883 h 1851882"/>
              <a:gd name="connsiteX1" fmla="*/ 1755663 w 1818199"/>
              <a:gd name="connsiteY1" fmla="*/ 1851883 h 1851882"/>
              <a:gd name="connsiteX2" fmla="*/ 1755663 w 1818199"/>
              <a:gd name="connsiteY2" fmla="*/ 1826461 h 1851882"/>
              <a:gd name="connsiteX3" fmla="*/ 1792778 w 1818199"/>
              <a:gd name="connsiteY3" fmla="*/ 1826461 h 1851882"/>
              <a:gd name="connsiteX4" fmla="*/ 1792778 w 1818199"/>
              <a:gd name="connsiteY4" fmla="*/ 1788456 h 1851882"/>
              <a:gd name="connsiteX5" fmla="*/ 1818200 w 1818199"/>
              <a:gd name="connsiteY5" fmla="*/ 1788456 h 1851882"/>
              <a:gd name="connsiteX6" fmla="*/ 1818200 w 1818199"/>
              <a:gd name="connsiteY6" fmla="*/ 1851883 h 1851882"/>
              <a:gd name="connsiteX7" fmla="*/ 62537 w 1818199"/>
              <a:gd name="connsiteY7" fmla="*/ 1851883 h 1851882"/>
              <a:gd name="connsiteX8" fmla="*/ 0 w 1818199"/>
              <a:gd name="connsiteY8" fmla="*/ 1851883 h 1851882"/>
              <a:gd name="connsiteX9" fmla="*/ 0 w 1818199"/>
              <a:gd name="connsiteY9" fmla="*/ 1788456 h 1851882"/>
              <a:gd name="connsiteX10" fmla="*/ 25421 w 1818199"/>
              <a:gd name="connsiteY10" fmla="*/ 1788456 h 1851882"/>
              <a:gd name="connsiteX11" fmla="*/ 25421 w 1818199"/>
              <a:gd name="connsiteY11" fmla="*/ 1826461 h 1851882"/>
              <a:gd name="connsiteX12" fmla="*/ 62537 w 1818199"/>
              <a:gd name="connsiteY12" fmla="*/ 1826461 h 1851882"/>
              <a:gd name="connsiteX13" fmla="*/ 62537 w 1818199"/>
              <a:gd name="connsiteY13" fmla="*/ 1851883 h 1851882"/>
              <a:gd name="connsiteX14" fmla="*/ 1818200 w 1818199"/>
              <a:gd name="connsiteY14" fmla="*/ 63426 h 1851882"/>
              <a:gd name="connsiteX15" fmla="*/ 1792778 w 1818199"/>
              <a:gd name="connsiteY15" fmla="*/ 63426 h 1851882"/>
              <a:gd name="connsiteX16" fmla="*/ 1792778 w 1818199"/>
              <a:gd name="connsiteY16" fmla="*/ 25421 h 1851882"/>
              <a:gd name="connsiteX17" fmla="*/ 1755663 w 1818199"/>
              <a:gd name="connsiteY17" fmla="*/ 25421 h 1851882"/>
              <a:gd name="connsiteX18" fmla="*/ 1755663 w 1818199"/>
              <a:gd name="connsiteY18" fmla="*/ 0 h 1851882"/>
              <a:gd name="connsiteX19" fmla="*/ 1818200 w 1818199"/>
              <a:gd name="connsiteY19" fmla="*/ 0 h 1851882"/>
              <a:gd name="connsiteX20" fmla="*/ 1818200 w 1818199"/>
              <a:gd name="connsiteY20" fmla="*/ 63426 h 1851882"/>
              <a:gd name="connsiteX21" fmla="*/ 25421 w 1818199"/>
              <a:gd name="connsiteY21" fmla="*/ 63426 h 1851882"/>
              <a:gd name="connsiteX22" fmla="*/ 0 w 1818199"/>
              <a:gd name="connsiteY22" fmla="*/ 63426 h 1851882"/>
              <a:gd name="connsiteX23" fmla="*/ 0 w 1818199"/>
              <a:gd name="connsiteY23" fmla="*/ 0 h 1851882"/>
              <a:gd name="connsiteX24" fmla="*/ 62537 w 1818199"/>
              <a:gd name="connsiteY24" fmla="*/ 0 h 1851882"/>
              <a:gd name="connsiteX25" fmla="*/ 62537 w 1818199"/>
              <a:gd name="connsiteY25" fmla="*/ 25421 h 1851882"/>
              <a:gd name="connsiteX26" fmla="*/ 25421 w 1818199"/>
              <a:gd name="connsiteY26" fmla="*/ 25421 h 1851882"/>
              <a:gd name="connsiteX27" fmla="*/ 25421 w 1818199"/>
              <a:gd name="connsiteY27" fmla="*/ 63426 h 1851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818199" h="1851882">
                <a:moveTo>
                  <a:pt x="1818200" y="1851883"/>
                </a:moveTo>
                <a:lnTo>
                  <a:pt x="1755663" y="1851883"/>
                </a:lnTo>
                <a:lnTo>
                  <a:pt x="1755663" y="1826461"/>
                </a:lnTo>
                <a:lnTo>
                  <a:pt x="1792778" y="1826461"/>
                </a:lnTo>
                <a:lnTo>
                  <a:pt x="1792778" y="1788456"/>
                </a:lnTo>
                <a:lnTo>
                  <a:pt x="1818200" y="1788456"/>
                </a:lnTo>
                <a:lnTo>
                  <a:pt x="1818200" y="1851883"/>
                </a:lnTo>
                <a:close/>
                <a:moveTo>
                  <a:pt x="62537" y="1851883"/>
                </a:moveTo>
                <a:lnTo>
                  <a:pt x="0" y="1851883"/>
                </a:lnTo>
                <a:lnTo>
                  <a:pt x="0" y="1788456"/>
                </a:lnTo>
                <a:lnTo>
                  <a:pt x="25421" y="1788456"/>
                </a:lnTo>
                <a:lnTo>
                  <a:pt x="25421" y="1826461"/>
                </a:lnTo>
                <a:lnTo>
                  <a:pt x="62537" y="1826461"/>
                </a:lnTo>
                <a:lnTo>
                  <a:pt x="62537" y="1851883"/>
                </a:lnTo>
                <a:close/>
                <a:moveTo>
                  <a:pt x="1818200" y="63426"/>
                </a:moveTo>
                <a:lnTo>
                  <a:pt x="1792778" y="63426"/>
                </a:lnTo>
                <a:lnTo>
                  <a:pt x="1792778" y="25421"/>
                </a:lnTo>
                <a:lnTo>
                  <a:pt x="1755663" y="25421"/>
                </a:lnTo>
                <a:lnTo>
                  <a:pt x="1755663" y="0"/>
                </a:lnTo>
                <a:lnTo>
                  <a:pt x="1818200" y="0"/>
                </a:lnTo>
                <a:lnTo>
                  <a:pt x="1818200" y="63426"/>
                </a:lnTo>
                <a:close/>
                <a:moveTo>
                  <a:pt x="25421" y="63426"/>
                </a:moveTo>
                <a:lnTo>
                  <a:pt x="0" y="63426"/>
                </a:lnTo>
                <a:lnTo>
                  <a:pt x="0" y="0"/>
                </a:lnTo>
                <a:lnTo>
                  <a:pt x="62537" y="0"/>
                </a:lnTo>
                <a:lnTo>
                  <a:pt x="62537" y="25421"/>
                </a:lnTo>
                <a:lnTo>
                  <a:pt x="25421" y="25421"/>
                </a:lnTo>
                <a:lnTo>
                  <a:pt x="25421" y="63426"/>
                </a:lnTo>
                <a:close/>
              </a:path>
            </a:pathLst>
          </a:custGeom>
          <a:solidFill>
            <a:srgbClr val="00C1D4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de-DE" b="0" i="0" dirty="0">
              <a:latin typeface="Poppins" panose="00000500000000000000" pitchFamily="2" charset="0"/>
            </a:endParaRPr>
          </a:p>
        </p:txBody>
      </p:sp>
      <p:sp>
        <p:nvSpPr>
          <p:cNvPr id="39" name="Freihandform: Form 38">
            <a:extLst>
              <a:ext uri="{FF2B5EF4-FFF2-40B4-BE49-F238E27FC236}">
                <a16:creationId xmlns:a16="http://schemas.microsoft.com/office/drawing/2014/main" id="{A5957912-9AC1-4E95-9D66-FE8F2A0E941F}"/>
              </a:ext>
            </a:extLst>
          </p:cNvPr>
          <p:cNvSpPr/>
          <p:nvPr userDrawn="1"/>
        </p:nvSpPr>
        <p:spPr>
          <a:xfrm>
            <a:off x="1484989" y="4745857"/>
            <a:ext cx="383036" cy="383036"/>
          </a:xfrm>
          <a:custGeom>
            <a:avLst/>
            <a:gdLst>
              <a:gd name="connsiteX0" fmla="*/ 383036 w 383036"/>
              <a:gd name="connsiteY0" fmla="*/ 191550 h 383036"/>
              <a:gd name="connsiteX1" fmla="*/ 191550 w 383036"/>
              <a:gd name="connsiteY1" fmla="*/ 0 h 383036"/>
              <a:gd name="connsiteX2" fmla="*/ 0 w 383036"/>
              <a:gd name="connsiteY2" fmla="*/ 191550 h 383036"/>
              <a:gd name="connsiteX3" fmla="*/ 191550 w 383036"/>
              <a:gd name="connsiteY3" fmla="*/ 383036 h 383036"/>
              <a:gd name="connsiteX4" fmla="*/ 383036 w 383036"/>
              <a:gd name="connsiteY4" fmla="*/ 191550 h 38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3036" h="383036">
                <a:moveTo>
                  <a:pt x="383036" y="191550"/>
                </a:moveTo>
                <a:cubicBezTo>
                  <a:pt x="383036" y="85924"/>
                  <a:pt x="297112" y="0"/>
                  <a:pt x="191550" y="0"/>
                </a:cubicBezTo>
                <a:cubicBezTo>
                  <a:pt x="85988" y="0"/>
                  <a:pt x="0" y="85924"/>
                  <a:pt x="0" y="191550"/>
                </a:cubicBezTo>
                <a:cubicBezTo>
                  <a:pt x="0" y="297112"/>
                  <a:pt x="85924" y="383036"/>
                  <a:pt x="191550" y="383036"/>
                </a:cubicBezTo>
                <a:cubicBezTo>
                  <a:pt x="297176" y="383036"/>
                  <a:pt x="383036" y="297176"/>
                  <a:pt x="383036" y="191550"/>
                </a:cubicBezTo>
              </a:path>
            </a:pathLst>
          </a:custGeom>
          <a:solidFill>
            <a:srgbClr val="FFFFFF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de-DE" b="0" i="0" dirty="0">
              <a:latin typeface="Poppins" panose="00000500000000000000" pitchFamily="2" charset="0"/>
            </a:endParaRPr>
          </a:p>
        </p:txBody>
      </p:sp>
      <p:sp>
        <p:nvSpPr>
          <p:cNvPr id="40" name="Freihandform: Form 39">
            <a:extLst>
              <a:ext uri="{FF2B5EF4-FFF2-40B4-BE49-F238E27FC236}">
                <a16:creationId xmlns:a16="http://schemas.microsoft.com/office/drawing/2014/main" id="{79002ECF-58CE-41C3-B5F8-A2990C001AD0}"/>
              </a:ext>
            </a:extLst>
          </p:cNvPr>
          <p:cNvSpPr/>
          <p:nvPr userDrawn="1"/>
        </p:nvSpPr>
        <p:spPr>
          <a:xfrm>
            <a:off x="4594340" y="4855296"/>
            <a:ext cx="481544" cy="164158"/>
          </a:xfrm>
          <a:custGeom>
            <a:avLst/>
            <a:gdLst>
              <a:gd name="connsiteX0" fmla="*/ 0 w 481544"/>
              <a:gd name="connsiteY0" fmla="*/ 0 h 164158"/>
              <a:gd name="connsiteX1" fmla="*/ 481544 w 481544"/>
              <a:gd name="connsiteY1" fmla="*/ 0 h 164158"/>
              <a:gd name="connsiteX2" fmla="*/ 481544 w 481544"/>
              <a:gd name="connsiteY2" fmla="*/ 164158 h 164158"/>
              <a:gd name="connsiteX3" fmla="*/ 0 w 481544"/>
              <a:gd name="connsiteY3" fmla="*/ 164158 h 164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1544" h="164158">
                <a:moveTo>
                  <a:pt x="0" y="0"/>
                </a:moveTo>
                <a:lnTo>
                  <a:pt x="481544" y="0"/>
                </a:lnTo>
                <a:lnTo>
                  <a:pt x="481544" y="164158"/>
                </a:lnTo>
                <a:lnTo>
                  <a:pt x="0" y="164158"/>
                </a:lnTo>
                <a:close/>
              </a:path>
            </a:pathLst>
          </a:custGeom>
          <a:solidFill>
            <a:srgbClr val="FF9623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de-DE" b="0" i="0" dirty="0">
              <a:latin typeface="Poppins" panose="00000500000000000000" pitchFamily="2" charset="0"/>
            </a:endParaRPr>
          </a:p>
        </p:txBody>
      </p:sp>
      <p:sp>
        <p:nvSpPr>
          <p:cNvPr id="41" name="Freihandform: Form 40">
            <a:extLst>
              <a:ext uri="{FF2B5EF4-FFF2-40B4-BE49-F238E27FC236}">
                <a16:creationId xmlns:a16="http://schemas.microsoft.com/office/drawing/2014/main" id="{C6F8949F-6BE0-4E7E-90F2-7340E3995EE8}"/>
              </a:ext>
            </a:extLst>
          </p:cNvPr>
          <p:cNvSpPr/>
          <p:nvPr userDrawn="1"/>
        </p:nvSpPr>
        <p:spPr>
          <a:xfrm>
            <a:off x="4512292" y="4855296"/>
            <a:ext cx="164095" cy="164094"/>
          </a:xfrm>
          <a:custGeom>
            <a:avLst/>
            <a:gdLst>
              <a:gd name="connsiteX0" fmla="*/ 82047 w 164095"/>
              <a:gd name="connsiteY0" fmla="*/ 0 h 164094"/>
              <a:gd name="connsiteX1" fmla="*/ 0 w 164095"/>
              <a:gd name="connsiteY1" fmla="*/ 82047 h 164094"/>
              <a:gd name="connsiteX2" fmla="*/ 82047 w 164095"/>
              <a:gd name="connsiteY2" fmla="*/ 164095 h 164094"/>
              <a:gd name="connsiteX3" fmla="*/ 164095 w 164095"/>
              <a:gd name="connsiteY3" fmla="*/ 82047 h 164094"/>
              <a:gd name="connsiteX4" fmla="*/ 82047 w 164095"/>
              <a:gd name="connsiteY4" fmla="*/ 0 h 164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4095" h="164094">
                <a:moveTo>
                  <a:pt x="82047" y="0"/>
                </a:moveTo>
                <a:cubicBezTo>
                  <a:pt x="36734" y="0"/>
                  <a:pt x="0" y="36734"/>
                  <a:pt x="0" y="82047"/>
                </a:cubicBezTo>
                <a:cubicBezTo>
                  <a:pt x="0" y="127361"/>
                  <a:pt x="36734" y="164095"/>
                  <a:pt x="82047" y="164095"/>
                </a:cubicBezTo>
                <a:cubicBezTo>
                  <a:pt x="127361" y="164095"/>
                  <a:pt x="164095" y="127361"/>
                  <a:pt x="164095" y="82047"/>
                </a:cubicBezTo>
                <a:cubicBezTo>
                  <a:pt x="164159" y="36734"/>
                  <a:pt x="127361" y="0"/>
                  <a:pt x="82047" y="0"/>
                </a:cubicBezTo>
              </a:path>
            </a:pathLst>
          </a:custGeom>
          <a:solidFill>
            <a:srgbClr val="7300FE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de-DE" b="0" i="0" dirty="0">
              <a:latin typeface="Poppins" panose="00000500000000000000" pitchFamily="2" charset="0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1447CD1-66E3-2A32-9E16-CFDB844A02D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2F2F84B-9C89-42E2-B6E3-D87A238FE9BE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05317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36B901-5400-40F4-996F-F9322A167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454F621-5610-4A43-B999-68A2029CF0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2094068-96F3-1DDB-F9FB-D1ACF592BA7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22F2F84B-9C89-42E2-B6E3-D87A238FE9BE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61096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(ohne Hinwei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36B901-5400-40F4-996F-F9322A167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454F621-5610-4A43-B999-68A2029CF0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cxnSp>
        <p:nvCxnSpPr>
          <p:cNvPr id="7" name="Gerader Verbinder 15">
            <a:extLst>
              <a:ext uri="{FF2B5EF4-FFF2-40B4-BE49-F238E27FC236}">
                <a16:creationId xmlns:a16="http://schemas.microsoft.com/office/drawing/2014/main" id="{15C9F1C8-2518-CC4D-80C0-93970E77CA56}"/>
              </a:ext>
            </a:extLst>
          </p:cNvPr>
          <p:cNvCxnSpPr>
            <a:cxnSpLocks/>
          </p:cNvCxnSpPr>
          <p:nvPr userDrawn="1"/>
        </p:nvCxnSpPr>
        <p:spPr>
          <a:xfrm>
            <a:off x="10844213" y="188912"/>
            <a:ext cx="0" cy="6480176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r Verbinder 19">
            <a:extLst>
              <a:ext uri="{FF2B5EF4-FFF2-40B4-BE49-F238E27FC236}">
                <a16:creationId xmlns:a16="http://schemas.microsoft.com/office/drawing/2014/main" id="{9B204751-9A23-7641-BE9D-CC6D24FDBF98}"/>
              </a:ext>
            </a:extLst>
          </p:cNvPr>
          <p:cNvCxnSpPr>
            <a:cxnSpLocks/>
          </p:cNvCxnSpPr>
          <p:nvPr userDrawn="1"/>
        </p:nvCxnSpPr>
        <p:spPr>
          <a:xfrm>
            <a:off x="10844213" y="3429001"/>
            <a:ext cx="11557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r Verbinder 22">
            <a:extLst>
              <a:ext uri="{FF2B5EF4-FFF2-40B4-BE49-F238E27FC236}">
                <a16:creationId xmlns:a16="http://schemas.microsoft.com/office/drawing/2014/main" id="{DBD4AA45-77C5-2142-B2D7-6ED5E6F44AB1}"/>
              </a:ext>
            </a:extLst>
          </p:cNvPr>
          <p:cNvCxnSpPr>
            <a:cxnSpLocks/>
          </p:cNvCxnSpPr>
          <p:nvPr userDrawn="1"/>
        </p:nvCxnSpPr>
        <p:spPr>
          <a:xfrm>
            <a:off x="10844213" y="6092825"/>
            <a:ext cx="11557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BE6F198D-9489-8FE4-28D5-4461989D71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2F2F84B-9C89-42E2-B6E3-D87A238FE9BE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77235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2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36B901-5400-40F4-996F-F9322A167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454F621-5610-4A43-B999-68A2029CF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763" y="1808383"/>
            <a:ext cx="4464745" cy="42844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B82C7C3C-4387-4E3F-AE9F-5BCFC4308BD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519687" y="1808383"/>
            <a:ext cx="4464745" cy="42844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461E4346-7E32-4F8D-9D8C-171192B5A9AD}"/>
              </a:ext>
            </a:extLst>
          </p:cNvPr>
          <p:cNvCxnSpPr>
            <a:cxnSpLocks/>
          </p:cNvCxnSpPr>
          <p:nvPr userDrawn="1"/>
        </p:nvCxnSpPr>
        <p:spPr>
          <a:xfrm>
            <a:off x="192089" y="6417332"/>
            <a:ext cx="10652124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4F1898BA-92E9-4EE4-BD6B-5C4CA9C4A17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7188" y="6417332"/>
            <a:ext cx="10347324" cy="251756"/>
          </a:xfr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700" spc="30" baseline="0">
                <a:solidFill>
                  <a:schemeClr val="tx2"/>
                </a:solidFill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de-DE" dirty="0"/>
              <a:t>© Bildnachweis oder andere Copyright Links</a:t>
            </a:r>
          </a:p>
        </p:txBody>
      </p:sp>
      <p:cxnSp>
        <p:nvCxnSpPr>
          <p:cNvPr id="12" name="Gerader Verbinder 15">
            <a:extLst>
              <a:ext uri="{FF2B5EF4-FFF2-40B4-BE49-F238E27FC236}">
                <a16:creationId xmlns:a16="http://schemas.microsoft.com/office/drawing/2014/main" id="{10213E4F-C6B2-5445-9036-B944E4F3AC8A}"/>
              </a:ext>
            </a:extLst>
          </p:cNvPr>
          <p:cNvCxnSpPr>
            <a:cxnSpLocks/>
          </p:cNvCxnSpPr>
          <p:nvPr userDrawn="1"/>
        </p:nvCxnSpPr>
        <p:spPr>
          <a:xfrm>
            <a:off x="10844213" y="188912"/>
            <a:ext cx="0" cy="6480176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19">
            <a:extLst>
              <a:ext uri="{FF2B5EF4-FFF2-40B4-BE49-F238E27FC236}">
                <a16:creationId xmlns:a16="http://schemas.microsoft.com/office/drawing/2014/main" id="{52FF7F1F-A87B-8D4E-BFA2-71710EE468AE}"/>
              </a:ext>
            </a:extLst>
          </p:cNvPr>
          <p:cNvCxnSpPr>
            <a:cxnSpLocks/>
          </p:cNvCxnSpPr>
          <p:nvPr userDrawn="1"/>
        </p:nvCxnSpPr>
        <p:spPr>
          <a:xfrm>
            <a:off x="10844213" y="3429001"/>
            <a:ext cx="11557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22">
            <a:extLst>
              <a:ext uri="{FF2B5EF4-FFF2-40B4-BE49-F238E27FC236}">
                <a16:creationId xmlns:a16="http://schemas.microsoft.com/office/drawing/2014/main" id="{D4DA72C7-616C-AF43-8366-496981A22866}"/>
              </a:ext>
            </a:extLst>
          </p:cNvPr>
          <p:cNvCxnSpPr>
            <a:cxnSpLocks/>
          </p:cNvCxnSpPr>
          <p:nvPr userDrawn="1"/>
        </p:nvCxnSpPr>
        <p:spPr>
          <a:xfrm>
            <a:off x="10844213" y="6092825"/>
            <a:ext cx="11557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843970B-4B90-84B3-89CF-0E2FD28DFC9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2F2F84B-9C89-42E2-B6E3-D87A238FE9BE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065800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A1BEE5-F9DE-46C0-AB27-091690C23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0BBA11A-B004-FECB-2F35-D49D4F5A174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2F2F84B-9C89-42E2-B6E3-D87A238FE9BE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831270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Inhalte und Schau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36B901-5400-40F4-996F-F9322A167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454F621-5610-4A43-B999-68A2029CF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763" y="1808384"/>
            <a:ext cx="4248845" cy="4284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355BDE4E-1271-4C05-9405-376F23F6B96E}"/>
              </a:ext>
            </a:extLst>
          </p:cNvPr>
          <p:cNvCxnSpPr>
            <a:cxnSpLocks/>
          </p:cNvCxnSpPr>
          <p:nvPr userDrawn="1"/>
        </p:nvCxnSpPr>
        <p:spPr>
          <a:xfrm>
            <a:off x="5519936" y="1341438"/>
            <a:ext cx="0" cy="532765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Gerader Verbinder 15">
            <a:extLst>
              <a:ext uri="{FF2B5EF4-FFF2-40B4-BE49-F238E27FC236}">
                <a16:creationId xmlns:a16="http://schemas.microsoft.com/office/drawing/2014/main" id="{E89FCB27-C7C1-CF4E-B746-4517EB8CC6A2}"/>
              </a:ext>
            </a:extLst>
          </p:cNvPr>
          <p:cNvCxnSpPr>
            <a:cxnSpLocks/>
          </p:cNvCxnSpPr>
          <p:nvPr userDrawn="1"/>
        </p:nvCxnSpPr>
        <p:spPr>
          <a:xfrm>
            <a:off x="10844213" y="188912"/>
            <a:ext cx="0" cy="6480176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r Verbinder 19">
            <a:extLst>
              <a:ext uri="{FF2B5EF4-FFF2-40B4-BE49-F238E27FC236}">
                <a16:creationId xmlns:a16="http://schemas.microsoft.com/office/drawing/2014/main" id="{ACC39736-8E59-E144-BEE6-3C0678946F76}"/>
              </a:ext>
            </a:extLst>
          </p:cNvPr>
          <p:cNvCxnSpPr>
            <a:cxnSpLocks/>
          </p:cNvCxnSpPr>
          <p:nvPr userDrawn="1"/>
        </p:nvCxnSpPr>
        <p:spPr>
          <a:xfrm>
            <a:off x="10844213" y="3429001"/>
            <a:ext cx="11557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r Verbinder 22">
            <a:extLst>
              <a:ext uri="{FF2B5EF4-FFF2-40B4-BE49-F238E27FC236}">
                <a16:creationId xmlns:a16="http://schemas.microsoft.com/office/drawing/2014/main" id="{B0542CB8-E218-FC4F-9130-CC58410BDA40}"/>
              </a:ext>
            </a:extLst>
          </p:cNvPr>
          <p:cNvCxnSpPr>
            <a:cxnSpLocks/>
          </p:cNvCxnSpPr>
          <p:nvPr userDrawn="1"/>
        </p:nvCxnSpPr>
        <p:spPr>
          <a:xfrm>
            <a:off x="10844213" y="6092825"/>
            <a:ext cx="11557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CCDFD039-902C-E837-7FFE-4D57EE478BB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2F2F84B-9C89-42E2-B6E3-D87A238FE9BE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115511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und Bild (mit BU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36B901-5400-40F4-996F-F9322A167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454F621-5610-4A43-B999-68A2029CF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763" y="1808386"/>
            <a:ext cx="5401246" cy="4283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83D08BAF-4B64-4AC6-81DB-C71C760ED04D}"/>
              </a:ext>
            </a:extLst>
          </p:cNvPr>
          <p:cNvCxnSpPr>
            <a:cxnSpLocks/>
          </p:cNvCxnSpPr>
          <p:nvPr userDrawn="1"/>
        </p:nvCxnSpPr>
        <p:spPr>
          <a:xfrm>
            <a:off x="192089" y="6417332"/>
            <a:ext cx="10652124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platzhalter 9">
            <a:extLst>
              <a:ext uri="{FF2B5EF4-FFF2-40B4-BE49-F238E27FC236}">
                <a16:creationId xmlns:a16="http://schemas.microsoft.com/office/drawing/2014/main" id="{9055CE06-ACE1-487C-8613-3D2523E4B12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7188" y="6417332"/>
            <a:ext cx="6206864" cy="251756"/>
          </a:xfr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700" spc="30" baseline="0">
                <a:solidFill>
                  <a:schemeClr val="tx2"/>
                </a:solidFill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de-DE" dirty="0"/>
              <a:t>© Bildnachweis oder andere Copyright Links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89E91F48-9746-41C2-8E16-23FF897712A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72065" y="1333500"/>
            <a:ext cx="4176910" cy="5335587"/>
          </a:xfrm>
          <a:solidFill>
            <a:schemeClr val="bg1">
              <a:lumMod val="8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cxnSp>
        <p:nvCxnSpPr>
          <p:cNvPr id="9" name="Gerader Verbinder 15">
            <a:extLst>
              <a:ext uri="{FF2B5EF4-FFF2-40B4-BE49-F238E27FC236}">
                <a16:creationId xmlns:a16="http://schemas.microsoft.com/office/drawing/2014/main" id="{F38A5887-9B28-F041-9EB7-5AE4691ACFCB}"/>
              </a:ext>
            </a:extLst>
          </p:cNvPr>
          <p:cNvCxnSpPr>
            <a:cxnSpLocks/>
          </p:cNvCxnSpPr>
          <p:nvPr userDrawn="1"/>
        </p:nvCxnSpPr>
        <p:spPr>
          <a:xfrm>
            <a:off x="10844213" y="188912"/>
            <a:ext cx="0" cy="6480176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r Verbinder 19">
            <a:extLst>
              <a:ext uri="{FF2B5EF4-FFF2-40B4-BE49-F238E27FC236}">
                <a16:creationId xmlns:a16="http://schemas.microsoft.com/office/drawing/2014/main" id="{B7FE8E24-49FD-A046-9912-D20406FC8682}"/>
              </a:ext>
            </a:extLst>
          </p:cNvPr>
          <p:cNvCxnSpPr>
            <a:cxnSpLocks/>
          </p:cNvCxnSpPr>
          <p:nvPr userDrawn="1"/>
        </p:nvCxnSpPr>
        <p:spPr>
          <a:xfrm>
            <a:off x="10844213" y="3429001"/>
            <a:ext cx="11557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22">
            <a:extLst>
              <a:ext uri="{FF2B5EF4-FFF2-40B4-BE49-F238E27FC236}">
                <a16:creationId xmlns:a16="http://schemas.microsoft.com/office/drawing/2014/main" id="{F1F8A46E-9EA2-A743-BFD6-63D4E5C3113A}"/>
              </a:ext>
            </a:extLst>
          </p:cNvPr>
          <p:cNvCxnSpPr>
            <a:cxnSpLocks/>
          </p:cNvCxnSpPr>
          <p:nvPr userDrawn="1"/>
        </p:nvCxnSpPr>
        <p:spPr>
          <a:xfrm>
            <a:off x="10844213" y="6092825"/>
            <a:ext cx="11557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242B72D-335C-08A9-7999-FAF99140B0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2F2F84B-9C89-42E2-B6E3-D87A238FE9BE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197217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und großes Bild (mit BU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36B901-5400-40F4-996F-F9322A167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764" y="298447"/>
            <a:ext cx="4892230" cy="9334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454F621-5610-4A43-B999-68A2029CF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763" y="1808386"/>
            <a:ext cx="4887470" cy="4283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83D08BAF-4B64-4AC6-81DB-C71C760ED04D}"/>
              </a:ext>
            </a:extLst>
          </p:cNvPr>
          <p:cNvCxnSpPr>
            <a:cxnSpLocks/>
          </p:cNvCxnSpPr>
          <p:nvPr userDrawn="1"/>
        </p:nvCxnSpPr>
        <p:spPr>
          <a:xfrm>
            <a:off x="192089" y="6417332"/>
            <a:ext cx="10652124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platzhalter 9">
            <a:extLst>
              <a:ext uri="{FF2B5EF4-FFF2-40B4-BE49-F238E27FC236}">
                <a16:creationId xmlns:a16="http://schemas.microsoft.com/office/drawing/2014/main" id="{9055CE06-ACE1-487C-8613-3D2523E4B12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7188" y="6417332"/>
            <a:ext cx="5666804" cy="251756"/>
          </a:xfr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700" spc="30" baseline="0">
                <a:solidFill>
                  <a:schemeClr val="tx2"/>
                </a:solidFill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de-DE" dirty="0"/>
              <a:t>© Bildnachweis oder andere Copyright Links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89E91F48-9746-41C2-8E16-23FF897712A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68009" y="188912"/>
            <a:ext cx="4680966" cy="6480176"/>
          </a:xfrm>
          <a:solidFill>
            <a:schemeClr val="bg1">
              <a:lumMod val="8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cxnSp>
        <p:nvCxnSpPr>
          <p:cNvPr id="9" name="Gerader Verbinder 15">
            <a:extLst>
              <a:ext uri="{FF2B5EF4-FFF2-40B4-BE49-F238E27FC236}">
                <a16:creationId xmlns:a16="http://schemas.microsoft.com/office/drawing/2014/main" id="{F38A5887-9B28-F041-9EB7-5AE4691ACFCB}"/>
              </a:ext>
            </a:extLst>
          </p:cNvPr>
          <p:cNvCxnSpPr>
            <a:cxnSpLocks/>
          </p:cNvCxnSpPr>
          <p:nvPr userDrawn="1"/>
        </p:nvCxnSpPr>
        <p:spPr>
          <a:xfrm>
            <a:off x="10844213" y="188912"/>
            <a:ext cx="0" cy="6480176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r Verbinder 19">
            <a:extLst>
              <a:ext uri="{FF2B5EF4-FFF2-40B4-BE49-F238E27FC236}">
                <a16:creationId xmlns:a16="http://schemas.microsoft.com/office/drawing/2014/main" id="{B7FE8E24-49FD-A046-9912-D20406FC8682}"/>
              </a:ext>
            </a:extLst>
          </p:cNvPr>
          <p:cNvCxnSpPr>
            <a:cxnSpLocks/>
          </p:cNvCxnSpPr>
          <p:nvPr userDrawn="1"/>
        </p:nvCxnSpPr>
        <p:spPr>
          <a:xfrm>
            <a:off x="10844213" y="3429001"/>
            <a:ext cx="11557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22">
            <a:extLst>
              <a:ext uri="{FF2B5EF4-FFF2-40B4-BE49-F238E27FC236}">
                <a16:creationId xmlns:a16="http://schemas.microsoft.com/office/drawing/2014/main" id="{F1F8A46E-9EA2-A743-BFD6-63D4E5C3113A}"/>
              </a:ext>
            </a:extLst>
          </p:cNvPr>
          <p:cNvCxnSpPr>
            <a:cxnSpLocks/>
          </p:cNvCxnSpPr>
          <p:nvPr userDrawn="1"/>
        </p:nvCxnSpPr>
        <p:spPr>
          <a:xfrm>
            <a:off x="10844213" y="6092825"/>
            <a:ext cx="11557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242B72D-335C-08A9-7999-FAF99140B0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2F2F84B-9C89-42E2-B6E3-D87A238FE9BE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190923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und 2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36B901-5400-40F4-996F-F9322A167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454F621-5610-4A43-B999-68A2029CF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763" y="1808387"/>
            <a:ext cx="5401246" cy="42844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89E91F48-9746-41C2-8E16-23FF897712A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98495" y="1643062"/>
            <a:ext cx="3524250" cy="2040348"/>
          </a:xfrm>
          <a:solidFill>
            <a:schemeClr val="bg1">
              <a:lumMod val="8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80576CE3-4AC6-4939-82D1-9F7B5BB0F71F}"/>
              </a:ext>
            </a:extLst>
          </p:cNvPr>
          <p:cNvCxnSpPr>
            <a:cxnSpLocks/>
          </p:cNvCxnSpPr>
          <p:nvPr userDrawn="1"/>
        </p:nvCxnSpPr>
        <p:spPr>
          <a:xfrm>
            <a:off x="6678164" y="1341438"/>
            <a:ext cx="0" cy="532765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4CD22B09-52F2-4816-B52A-9BE1E67FA55B}"/>
              </a:ext>
            </a:extLst>
          </p:cNvPr>
          <p:cNvCxnSpPr>
            <a:cxnSpLocks/>
          </p:cNvCxnSpPr>
          <p:nvPr userDrawn="1"/>
        </p:nvCxnSpPr>
        <p:spPr>
          <a:xfrm>
            <a:off x="6678164" y="4005064"/>
            <a:ext cx="4170811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Bildplatzhalter 10">
            <a:extLst>
              <a:ext uri="{FF2B5EF4-FFF2-40B4-BE49-F238E27FC236}">
                <a16:creationId xmlns:a16="http://schemas.microsoft.com/office/drawing/2014/main" id="{878DD557-3579-405B-B47F-28034C9B04E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998420" y="4309498"/>
            <a:ext cx="3524400" cy="2041200"/>
          </a:xfrm>
          <a:solidFill>
            <a:schemeClr val="bg1">
              <a:lumMod val="8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7576C2A6-1A5C-4417-AA50-7A58E8A23F7E}"/>
              </a:ext>
            </a:extLst>
          </p:cNvPr>
          <p:cNvCxnSpPr>
            <a:cxnSpLocks/>
          </p:cNvCxnSpPr>
          <p:nvPr userDrawn="1"/>
        </p:nvCxnSpPr>
        <p:spPr>
          <a:xfrm>
            <a:off x="192089" y="6417332"/>
            <a:ext cx="6480174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platzhalter 9">
            <a:extLst>
              <a:ext uri="{FF2B5EF4-FFF2-40B4-BE49-F238E27FC236}">
                <a16:creationId xmlns:a16="http://schemas.microsoft.com/office/drawing/2014/main" id="{63232D6C-F17B-4C98-A89F-6F3DEAB241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7187" y="6417332"/>
            <a:ext cx="6206863" cy="251756"/>
          </a:xfr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700" spc="30" baseline="0">
                <a:solidFill>
                  <a:schemeClr val="tx2"/>
                </a:solidFill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de-DE" dirty="0"/>
              <a:t>© Bildnachweis oder andere Copyright Links</a:t>
            </a:r>
          </a:p>
        </p:txBody>
      </p:sp>
      <p:cxnSp>
        <p:nvCxnSpPr>
          <p:cNvPr id="17" name="Gerader Verbinder 15">
            <a:extLst>
              <a:ext uri="{FF2B5EF4-FFF2-40B4-BE49-F238E27FC236}">
                <a16:creationId xmlns:a16="http://schemas.microsoft.com/office/drawing/2014/main" id="{0D7EAF6D-FD6A-BE45-A347-C2458025C588}"/>
              </a:ext>
            </a:extLst>
          </p:cNvPr>
          <p:cNvCxnSpPr>
            <a:cxnSpLocks/>
          </p:cNvCxnSpPr>
          <p:nvPr userDrawn="1"/>
        </p:nvCxnSpPr>
        <p:spPr>
          <a:xfrm>
            <a:off x="10844213" y="188912"/>
            <a:ext cx="0" cy="6480176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9">
            <a:extLst>
              <a:ext uri="{FF2B5EF4-FFF2-40B4-BE49-F238E27FC236}">
                <a16:creationId xmlns:a16="http://schemas.microsoft.com/office/drawing/2014/main" id="{406CFF39-CE2B-254E-A53E-E69BBF2F0AA7}"/>
              </a:ext>
            </a:extLst>
          </p:cNvPr>
          <p:cNvCxnSpPr>
            <a:cxnSpLocks/>
          </p:cNvCxnSpPr>
          <p:nvPr userDrawn="1"/>
        </p:nvCxnSpPr>
        <p:spPr>
          <a:xfrm>
            <a:off x="10844213" y="3429001"/>
            <a:ext cx="11557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22">
            <a:extLst>
              <a:ext uri="{FF2B5EF4-FFF2-40B4-BE49-F238E27FC236}">
                <a16:creationId xmlns:a16="http://schemas.microsoft.com/office/drawing/2014/main" id="{AD9FD469-FDE2-6A47-8750-FA3A96542955}"/>
              </a:ext>
            </a:extLst>
          </p:cNvPr>
          <p:cNvCxnSpPr>
            <a:cxnSpLocks/>
          </p:cNvCxnSpPr>
          <p:nvPr userDrawn="1"/>
        </p:nvCxnSpPr>
        <p:spPr>
          <a:xfrm>
            <a:off x="10844213" y="6092825"/>
            <a:ext cx="11557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9175BD6-6199-61EE-465D-56531D8F3BF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2F2F84B-9C89-42E2-B6E3-D87A238FE9BE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596763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ilder (mit BU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36B901-5400-40F4-996F-F9322A167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89E91F48-9746-41C2-8E16-23FF897712A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98657" y="1648693"/>
            <a:ext cx="4508125" cy="1814929"/>
          </a:xfrm>
          <a:solidFill>
            <a:schemeClr val="bg1">
              <a:lumMod val="8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80576CE3-4AC6-4939-82D1-9F7B5BB0F71F}"/>
              </a:ext>
            </a:extLst>
          </p:cNvPr>
          <p:cNvCxnSpPr>
            <a:cxnSpLocks/>
          </p:cNvCxnSpPr>
          <p:nvPr userDrawn="1"/>
        </p:nvCxnSpPr>
        <p:spPr>
          <a:xfrm>
            <a:off x="5699956" y="1341438"/>
            <a:ext cx="0" cy="5075894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4CD22B09-52F2-4816-B52A-9BE1E67FA55B}"/>
              </a:ext>
            </a:extLst>
          </p:cNvPr>
          <p:cNvCxnSpPr>
            <a:cxnSpLocks/>
          </p:cNvCxnSpPr>
          <p:nvPr userDrawn="1"/>
        </p:nvCxnSpPr>
        <p:spPr>
          <a:xfrm>
            <a:off x="5699956" y="3766890"/>
            <a:ext cx="5149019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Bildplatzhalter 10">
            <a:extLst>
              <a:ext uri="{FF2B5EF4-FFF2-40B4-BE49-F238E27FC236}">
                <a16:creationId xmlns:a16="http://schemas.microsoft.com/office/drawing/2014/main" id="{878DD557-3579-405B-B47F-28034C9B04E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998658" y="4070145"/>
            <a:ext cx="1966505" cy="2022680"/>
          </a:xfrm>
          <a:solidFill>
            <a:schemeClr val="bg1">
              <a:lumMod val="8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15" name="Bildplatzhalter 10">
            <a:extLst>
              <a:ext uri="{FF2B5EF4-FFF2-40B4-BE49-F238E27FC236}">
                <a16:creationId xmlns:a16="http://schemas.microsoft.com/office/drawing/2014/main" id="{00208EBB-B5F9-4001-81AD-411ABE1EF76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12617" y="1648693"/>
            <a:ext cx="4888635" cy="4444132"/>
          </a:xfrm>
          <a:solidFill>
            <a:schemeClr val="bg1">
              <a:lumMod val="8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17" name="Bildplatzhalter 10">
            <a:extLst>
              <a:ext uri="{FF2B5EF4-FFF2-40B4-BE49-F238E27FC236}">
                <a16:creationId xmlns:a16="http://schemas.microsoft.com/office/drawing/2014/main" id="{FCECF6C9-A215-441A-87D2-2FC2B34C938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540279" y="4070145"/>
            <a:ext cx="1966505" cy="2022680"/>
          </a:xfrm>
          <a:solidFill>
            <a:schemeClr val="bg1">
              <a:lumMod val="8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0102DAA4-7925-4CEB-BCA1-D1550A437C51}"/>
              </a:ext>
            </a:extLst>
          </p:cNvPr>
          <p:cNvCxnSpPr>
            <a:cxnSpLocks/>
          </p:cNvCxnSpPr>
          <p:nvPr userDrawn="1"/>
        </p:nvCxnSpPr>
        <p:spPr>
          <a:xfrm>
            <a:off x="8256240" y="3766890"/>
            <a:ext cx="0" cy="2650442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3A90C8DA-1953-4E7B-B71B-CBA2F727DBB0}"/>
              </a:ext>
            </a:extLst>
          </p:cNvPr>
          <p:cNvCxnSpPr>
            <a:cxnSpLocks/>
          </p:cNvCxnSpPr>
          <p:nvPr userDrawn="1"/>
        </p:nvCxnSpPr>
        <p:spPr>
          <a:xfrm>
            <a:off x="192089" y="6417332"/>
            <a:ext cx="10652124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platzhalter 9">
            <a:extLst>
              <a:ext uri="{FF2B5EF4-FFF2-40B4-BE49-F238E27FC236}">
                <a16:creationId xmlns:a16="http://schemas.microsoft.com/office/drawing/2014/main" id="{67F82C99-658A-4B6E-92F4-EDEA2D8E499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7188" y="6417332"/>
            <a:ext cx="10347324" cy="251756"/>
          </a:xfr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700" spc="30" baseline="0">
                <a:solidFill>
                  <a:schemeClr val="tx2"/>
                </a:solidFill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de-DE" dirty="0"/>
              <a:t>© Bildnachweis oder andere Copyright Links</a:t>
            </a:r>
          </a:p>
        </p:txBody>
      </p:sp>
      <p:cxnSp>
        <p:nvCxnSpPr>
          <p:cNvPr id="19" name="Gerader Verbinder 15">
            <a:extLst>
              <a:ext uri="{FF2B5EF4-FFF2-40B4-BE49-F238E27FC236}">
                <a16:creationId xmlns:a16="http://schemas.microsoft.com/office/drawing/2014/main" id="{362BAC3F-D429-E843-A8D1-9ECD09E1A0CB}"/>
              </a:ext>
            </a:extLst>
          </p:cNvPr>
          <p:cNvCxnSpPr>
            <a:cxnSpLocks/>
          </p:cNvCxnSpPr>
          <p:nvPr userDrawn="1"/>
        </p:nvCxnSpPr>
        <p:spPr>
          <a:xfrm>
            <a:off x="10844213" y="188912"/>
            <a:ext cx="0" cy="6480176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DA486E1D-59D8-0F44-94CD-E427D6A1850F}"/>
              </a:ext>
            </a:extLst>
          </p:cNvPr>
          <p:cNvCxnSpPr>
            <a:cxnSpLocks/>
          </p:cNvCxnSpPr>
          <p:nvPr userDrawn="1"/>
        </p:nvCxnSpPr>
        <p:spPr>
          <a:xfrm>
            <a:off x="10844213" y="3429001"/>
            <a:ext cx="11557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r Verbinder 22">
            <a:extLst>
              <a:ext uri="{FF2B5EF4-FFF2-40B4-BE49-F238E27FC236}">
                <a16:creationId xmlns:a16="http://schemas.microsoft.com/office/drawing/2014/main" id="{B1B4C13D-72F4-3C4A-B390-F962314B024D}"/>
              </a:ext>
            </a:extLst>
          </p:cNvPr>
          <p:cNvCxnSpPr>
            <a:cxnSpLocks/>
          </p:cNvCxnSpPr>
          <p:nvPr userDrawn="1"/>
        </p:nvCxnSpPr>
        <p:spPr>
          <a:xfrm>
            <a:off x="10844213" y="6092825"/>
            <a:ext cx="11557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6269B28-1500-B262-A290-2001F7E38FD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22F2F84B-9C89-42E2-B6E3-D87A238FE9BE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28077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A1BEE5-F9DE-46C0-AB27-091690C23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A148DA5-ACC1-4734-AF96-EF9E37F2B62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91276" y="2410563"/>
            <a:ext cx="1864588" cy="35262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000">
                <a:latin typeface="+mn-lt"/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de-DE" dirty="0"/>
              <a:t>Beschreibung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948B8EA0-A246-4E55-8AAC-E827AFDDE525}"/>
              </a:ext>
            </a:extLst>
          </p:cNvPr>
          <p:cNvSpPr/>
          <p:nvPr userDrawn="1"/>
        </p:nvSpPr>
        <p:spPr>
          <a:xfrm>
            <a:off x="766763" y="1881188"/>
            <a:ext cx="882000" cy="88200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+mn-lt"/>
            </a:endParaRPr>
          </a:p>
        </p:txBody>
      </p:sp>
      <p:sp>
        <p:nvSpPr>
          <p:cNvPr id="11" name="Textplatzhalter 8">
            <a:extLst>
              <a:ext uri="{FF2B5EF4-FFF2-40B4-BE49-F238E27FC236}">
                <a16:creationId xmlns:a16="http://schemas.microsoft.com/office/drawing/2014/main" id="{210071DE-FBFB-4B83-8163-B5E9190F0E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91276" y="1939861"/>
            <a:ext cx="1864588" cy="442208"/>
          </a:xfrm>
        </p:spPr>
        <p:txBody>
          <a:bodyPr/>
          <a:lstStyle>
            <a:lvl1pPr marL="0" indent="0">
              <a:lnSpc>
                <a:spcPct val="95000"/>
              </a:lnSpc>
              <a:buNone/>
              <a:defRPr sz="1500" b="1">
                <a:latin typeface="+mn-lt"/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de-DE" dirty="0"/>
              <a:t>Vorname Nachname</a:t>
            </a:r>
          </a:p>
        </p:txBody>
      </p:sp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AFBF5F9C-870A-4A82-B31C-B61BF31B9AA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66763" y="1881188"/>
            <a:ext cx="882000" cy="882000"/>
          </a:xfrm>
          <a:prstGeom prst="ellipse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7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14" name="Textplatzhalter 8">
            <a:extLst>
              <a:ext uri="{FF2B5EF4-FFF2-40B4-BE49-F238E27FC236}">
                <a16:creationId xmlns:a16="http://schemas.microsoft.com/office/drawing/2014/main" id="{78E89DB9-44D9-4647-82E1-DAF9B230E64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22890" y="2410563"/>
            <a:ext cx="1864588" cy="35262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000">
                <a:latin typeface="+mn-lt"/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de-DE" dirty="0"/>
              <a:t>Beschreibung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A9992F10-47C5-4A45-A24E-8C4E3C89DE75}"/>
              </a:ext>
            </a:extLst>
          </p:cNvPr>
          <p:cNvSpPr/>
          <p:nvPr userDrawn="1"/>
        </p:nvSpPr>
        <p:spPr>
          <a:xfrm>
            <a:off x="3998377" y="1881188"/>
            <a:ext cx="882000" cy="88200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+mn-lt"/>
            </a:endParaRPr>
          </a:p>
        </p:txBody>
      </p:sp>
      <p:sp>
        <p:nvSpPr>
          <p:cNvPr id="16" name="Textplatzhalter 8">
            <a:extLst>
              <a:ext uri="{FF2B5EF4-FFF2-40B4-BE49-F238E27FC236}">
                <a16:creationId xmlns:a16="http://schemas.microsoft.com/office/drawing/2014/main" id="{4F1FE532-C066-4F59-91A8-490B948F86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122890" y="1939861"/>
            <a:ext cx="1864588" cy="442208"/>
          </a:xfrm>
        </p:spPr>
        <p:txBody>
          <a:bodyPr/>
          <a:lstStyle>
            <a:lvl1pPr marL="0" indent="0">
              <a:lnSpc>
                <a:spcPct val="95000"/>
              </a:lnSpc>
              <a:buNone/>
              <a:defRPr sz="1500" b="1">
                <a:latin typeface="+mn-lt"/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de-DE" dirty="0"/>
              <a:t>Vorname Nachname</a:t>
            </a:r>
          </a:p>
        </p:txBody>
      </p:sp>
      <p:sp>
        <p:nvSpPr>
          <p:cNvPr id="17" name="Bildplatzhalter 12">
            <a:extLst>
              <a:ext uri="{FF2B5EF4-FFF2-40B4-BE49-F238E27FC236}">
                <a16:creationId xmlns:a16="http://schemas.microsoft.com/office/drawing/2014/main" id="{7F331267-7E5D-486E-8B1B-78DED937024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998377" y="1881188"/>
            <a:ext cx="882000" cy="882000"/>
          </a:xfrm>
          <a:prstGeom prst="ellipse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7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18" name="Textplatzhalter 8">
            <a:extLst>
              <a:ext uri="{FF2B5EF4-FFF2-40B4-BE49-F238E27FC236}">
                <a16:creationId xmlns:a16="http://schemas.microsoft.com/office/drawing/2014/main" id="{0E52CFE4-AD77-4880-9A0C-F102F7000C3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45381" y="2410563"/>
            <a:ext cx="1864588" cy="35262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000">
                <a:latin typeface="+mn-lt"/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de-DE" dirty="0"/>
              <a:t>Beschreibung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6134FDD3-6E8E-4809-89FD-E3C37EA55169}"/>
              </a:ext>
            </a:extLst>
          </p:cNvPr>
          <p:cNvSpPr/>
          <p:nvPr userDrawn="1"/>
        </p:nvSpPr>
        <p:spPr>
          <a:xfrm>
            <a:off x="7220868" y="1881188"/>
            <a:ext cx="882000" cy="88200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+mn-lt"/>
            </a:endParaRPr>
          </a:p>
        </p:txBody>
      </p:sp>
      <p:sp>
        <p:nvSpPr>
          <p:cNvPr id="20" name="Textplatzhalter 8">
            <a:extLst>
              <a:ext uri="{FF2B5EF4-FFF2-40B4-BE49-F238E27FC236}">
                <a16:creationId xmlns:a16="http://schemas.microsoft.com/office/drawing/2014/main" id="{16E1DD81-7FCF-4F04-BC8F-EFE537E1C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45381" y="1939861"/>
            <a:ext cx="1864588" cy="442208"/>
          </a:xfrm>
        </p:spPr>
        <p:txBody>
          <a:bodyPr/>
          <a:lstStyle>
            <a:lvl1pPr marL="0" indent="0">
              <a:lnSpc>
                <a:spcPct val="95000"/>
              </a:lnSpc>
              <a:buNone/>
              <a:defRPr sz="1500" b="1">
                <a:latin typeface="+mn-lt"/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de-DE" dirty="0"/>
              <a:t>Vorname Nachname</a:t>
            </a:r>
          </a:p>
        </p:txBody>
      </p:sp>
      <p:sp>
        <p:nvSpPr>
          <p:cNvPr id="21" name="Bildplatzhalter 12">
            <a:extLst>
              <a:ext uri="{FF2B5EF4-FFF2-40B4-BE49-F238E27FC236}">
                <a16:creationId xmlns:a16="http://schemas.microsoft.com/office/drawing/2014/main" id="{C97484BE-ED5D-4260-9E1D-9BFD550EFFD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7220868" y="1881188"/>
            <a:ext cx="882000" cy="882000"/>
          </a:xfrm>
          <a:prstGeom prst="ellipse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7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35" name="Textplatzhalter 8">
            <a:extLst>
              <a:ext uri="{FF2B5EF4-FFF2-40B4-BE49-F238E27FC236}">
                <a16:creationId xmlns:a16="http://schemas.microsoft.com/office/drawing/2014/main" id="{F3F5F776-E6F0-4CF1-A631-EAF8B263AD2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891276" y="3672375"/>
            <a:ext cx="1864588" cy="35262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000">
                <a:latin typeface="+mn-lt"/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de-DE" dirty="0"/>
              <a:t>Beschreibung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B753ABDC-A70D-481F-A6B0-39AE0AEE775C}"/>
              </a:ext>
            </a:extLst>
          </p:cNvPr>
          <p:cNvSpPr/>
          <p:nvPr userDrawn="1"/>
        </p:nvSpPr>
        <p:spPr>
          <a:xfrm>
            <a:off x="766763" y="3143000"/>
            <a:ext cx="882000" cy="88200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+mn-lt"/>
            </a:endParaRPr>
          </a:p>
        </p:txBody>
      </p:sp>
      <p:sp>
        <p:nvSpPr>
          <p:cNvPr id="37" name="Textplatzhalter 8">
            <a:extLst>
              <a:ext uri="{FF2B5EF4-FFF2-40B4-BE49-F238E27FC236}">
                <a16:creationId xmlns:a16="http://schemas.microsoft.com/office/drawing/2014/main" id="{02EC250D-AA1C-44B2-995B-E8BFA09314A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891276" y="3201673"/>
            <a:ext cx="1864588" cy="442208"/>
          </a:xfrm>
        </p:spPr>
        <p:txBody>
          <a:bodyPr/>
          <a:lstStyle>
            <a:lvl1pPr marL="0" indent="0">
              <a:lnSpc>
                <a:spcPct val="95000"/>
              </a:lnSpc>
              <a:buNone/>
              <a:defRPr sz="1500" b="1">
                <a:latin typeface="+mn-lt"/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de-DE" dirty="0"/>
              <a:t>Vorname Nachname</a:t>
            </a:r>
          </a:p>
        </p:txBody>
      </p:sp>
      <p:sp>
        <p:nvSpPr>
          <p:cNvPr id="38" name="Bildplatzhalter 12">
            <a:extLst>
              <a:ext uri="{FF2B5EF4-FFF2-40B4-BE49-F238E27FC236}">
                <a16:creationId xmlns:a16="http://schemas.microsoft.com/office/drawing/2014/main" id="{8CABF4D6-152A-41AE-8C2F-9CD921EFC11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766763" y="3143000"/>
            <a:ext cx="882000" cy="882000"/>
          </a:xfrm>
          <a:prstGeom prst="ellipse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7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39" name="Textplatzhalter 8">
            <a:extLst>
              <a:ext uri="{FF2B5EF4-FFF2-40B4-BE49-F238E27FC236}">
                <a16:creationId xmlns:a16="http://schemas.microsoft.com/office/drawing/2014/main" id="{28C3A20E-DDFE-44F7-A916-041771945A8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122890" y="3672375"/>
            <a:ext cx="1864588" cy="35262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000">
                <a:latin typeface="+mn-lt"/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de-DE" dirty="0"/>
              <a:t>Beschreibung</a:t>
            </a: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DDF22FB5-B678-46C9-818E-151AF9A7DDF0}"/>
              </a:ext>
            </a:extLst>
          </p:cNvPr>
          <p:cNvSpPr/>
          <p:nvPr userDrawn="1"/>
        </p:nvSpPr>
        <p:spPr>
          <a:xfrm>
            <a:off x="3998377" y="3143000"/>
            <a:ext cx="882000" cy="88200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+mn-lt"/>
            </a:endParaRPr>
          </a:p>
        </p:txBody>
      </p:sp>
      <p:sp>
        <p:nvSpPr>
          <p:cNvPr id="41" name="Textplatzhalter 8">
            <a:extLst>
              <a:ext uri="{FF2B5EF4-FFF2-40B4-BE49-F238E27FC236}">
                <a16:creationId xmlns:a16="http://schemas.microsoft.com/office/drawing/2014/main" id="{1D5CE165-81AF-4520-A13F-3B30E501529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22890" y="3201673"/>
            <a:ext cx="1864588" cy="442208"/>
          </a:xfrm>
        </p:spPr>
        <p:txBody>
          <a:bodyPr/>
          <a:lstStyle>
            <a:lvl1pPr marL="0" indent="0">
              <a:lnSpc>
                <a:spcPct val="95000"/>
              </a:lnSpc>
              <a:buNone/>
              <a:defRPr sz="1500" b="1">
                <a:latin typeface="+mn-lt"/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de-DE" dirty="0"/>
              <a:t>Vorname Nachname</a:t>
            </a:r>
          </a:p>
        </p:txBody>
      </p:sp>
      <p:sp>
        <p:nvSpPr>
          <p:cNvPr id="42" name="Bildplatzhalter 12">
            <a:extLst>
              <a:ext uri="{FF2B5EF4-FFF2-40B4-BE49-F238E27FC236}">
                <a16:creationId xmlns:a16="http://schemas.microsoft.com/office/drawing/2014/main" id="{7883B96E-3F8B-414A-94B1-E335E9A414C0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998377" y="3143000"/>
            <a:ext cx="882000" cy="882000"/>
          </a:xfrm>
          <a:prstGeom prst="ellipse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7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43" name="Textplatzhalter 8">
            <a:extLst>
              <a:ext uri="{FF2B5EF4-FFF2-40B4-BE49-F238E27FC236}">
                <a16:creationId xmlns:a16="http://schemas.microsoft.com/office/drawing/2014/main" id="{BCD38750-B73D-4EC8-AAAF-F0187E7645C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345381" y="3672375"/>
            <a:ext cx="1864588" cy="35262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000">
                <a:latin typeface="+mn-lt"/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de-DE" dirty="0"/>
              <a:t>Beschreibung</a:t>
            </a:r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9758B34E-460A-412F-8445-AD9655D14F79}"/>
              </a:ext>
            </a:extLst>
          </p:cNvPr>
          <p:cNvSpPr/>
          <p:nvPr userDrawn="1"/>
        </p:nvSpPr>
        <p:spPr>
          <a:xfrm>
            <a:off x="7220868" y="3143000"/>
            <a:ext cx="882000" cy="88200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+mn-lt"/>
            </a:endParaRPr>
          </a:p>
        </p:txBody>
      </p:sp>
      <p:sp>
        <p:nvSpPr>
          <p:cNvPr id="45" name="Textplatzhalter 8">
            <a:extLst>
              <a:ext uri="{FF2B5EF4-FFF2-40B4-BE49-F238E27FC236}">
                <a16:creationId xmlns:a16="http://schemas.microsoft.com/office/drawing/2014/main" id="{B983036F-5663-4F14-A0FA-FF0391EB106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45381" y="3201673"/>
            <a:ext cx="1864588" cy="442208"/>
          </a:xfrm>
        </p:spPr>
        <p:txBody>
          <a:bodyPr/>
          <a:lstStyle>
            <a:lvl1pPr marL="0" indent="0">
              <a:lnSpc>
                <a:spcPct val="95000"/>
              </a:lnSpc>
              <a:buNone/>
              <a:defRPr sz="1500" b="1">
                <a:latin typeface="+mn-lt"/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de-DE" dirty="0"/>
              <a:t>Vorname Nachname</a:t>
            </a:r>
          </a:p>
        </p:txBody>
      </p:sp>
      <p:sp>
        <p:nvSpPr>
          <p:cNvPr id="46" name="Bildplatzhalter 12">
            <a:extLst>
              <a:ext uri="{FF2B5EF4-FFF2-40B4-BE49-F238E27FC236}">
                <a16:creationId xmlns:a16="http://schemas.microsoft.com/office/drawing/2014/main" id="{18AC2E3D-A4DD-45A7-8451-5BE5ED75661A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7220868" y="3143000"/>
            <a:ext cx="882000" cy="882000"/>
          </a:xfrm>
          <a:prstGeom prst="ellipse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7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47" name="Textplatzhalter 8">
            <a:extLst>
              <a:ext uri="{FF2B5EF4-FFF2-40B4-BE49-F238E27FC236}">
                <a16:creationId xmlns:a16="http://schemas.microsoft.com/office/drawing/2014/main" id="{7228DF9F-280F-4003-AAD5-A185CB3D961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891276" y="4930526"/>
            <a:ext cx="1864588" cy="35262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000">
                <a:latin typeface="+mn-lt"/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de-DE" dirty="0"/>
              <a:t>Beschreibung</a:t>
            </a: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92042F41-97A9-49C4-9E73-28E1B2901103}"/>
              </a:ext>
            </a:extLst>
          </p:cNvPr>
          <p:cNvSpPr/>
          <p:nvPr userDrawn="1"/>
        </p:nvSpPr>
        <p:spPr>
          <a:xfrm>
            <a:off x="766763" y="4401151"/>
            <a:ext cx="882000" cy="88200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+mn-lt"/>
            </a:endParaRPr>
          </a:p>
        </p:txBody>
      </p:sp>
      <p:sp>
        <p:nvSpPr>
          <p:cNvPr id="49" name="Textplatzhalter 8">
            <a:extLst>
              <a:ext uri="{FF2B5EF4-FFF2-40B4-BE49-F238E27FC236}">
                <a16:creationId xmlns:a16="http://schemas.microsoft.com/office/drawing/2014/main" id="{4E3C3099-2635-40D4-8086-DCE8031DFDB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891276" y="4459824"/>
            <a:ext cx="1864588" cy="442208"/>
          </a:xfrm>
        </p:spPr>
        <p:txBody>
          <a:bodyPr/>
          <a:lstStyle>
            <a:lvl1pPr marL="0" indent="0">
              <a:lnSpc>
                <a:spcPct val="95000"/>
              </a:lnSpc>
              <a:buNone/>
              <a:defRPr sz="1500" b="1">
                <a:latin typeface="+mn-lt"/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de-DE" dirty="0"/>
              <a:t>Vorname Nachname</a:t>
            </a:r>
          </a:p>
        </p:txBody>
      </p:sp>
      <p:sp>
        <p:nvSpPr>
          <p:cNvPr id="50" name="Bildplatzhalter 12">
            <a:extLst>
              <a:ext uri="{FF2B5EF4-FFF2-40B4-BE49-F238E27FC236}">
                <a16:creationId xmlns:a16="http://schemas.microsoft.com/office/drawing/2014/main" id="{C1806442-FAD4-4A1F-B0EA-95B629CEB7E7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766763" y="4401151"/>
            <a:ext cx="882000" cy="882000"/>
          </a:xfrm>
          <a:prstGeom prst="ellipse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7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51" name="Textplatzhalter 8">
            <a:extLst>
              <a:ext uri="{FF2B5EF4-FFF2-40B4-BE49-F238E27FC236}">
                <a16:creationId xmlns:a16="http://schemas.microsoft.com/office/drawing/2014/main" id="{3C371944-32EB-4A2D-BC37-D6B74C80F54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122890" y="4930526"/>
            <a:ext cx="1864588" cy="35262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000">
                <a:latin typeface="+mn-lt"/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de-DE" dirty="0"/>
              <a:t>Beschreibung</a:t>
            </a:r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CF923ABD-B196-495B-B73E-898032B64073}"/>
              </a:ext>
            </a:extLst>
          </p:cNvPr>
          <p:cNvSpPr/>
          <p:nvPr userDrawn="1"/>
        </p:nvSpPr>
        <p:spPr>
          <a:xfrm>
            <a:off x="3998377" y="4401151"/>
            <a:ext cx="882000" cy="88200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+mn-lt"/>
            </a:endParaRPr>
          </a:p>
        </p:txBody>
      </p:sp>
      <p:sp>
        <p:nvSpPr>
          <p:cNvPr id="53" name="Textplatzhalter 8">
            <a:extLst>
              <a:ext uri="{FF2B5EF4-FFF2-40B4-BE49-F238E27FC236}">
                <a16:creationId xmlns:a16="http://schemas.microsoft.com/office/drawing/2014/main" id="{D8CFE608-BD58-4311-AE73-9330969682C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22890" y="4459824"/>
            <a:ext cx="1864588" cy="442208"/>
          </a:xfrm>
        </p:spPr>
        <p:txBody>
          <a:bodyPr/>
          <a:lstStyle>
            <a:lvl1pPr marL="0" indent="0">
              <a:lnSpc>
                <a:spcPct val="95000"/>
              </a:lnSpc>
              <a:buNone/>
              <a:defRPr sz="1500" b="1">
                <a:latin typeface="+mn-lt"/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de-DE" dirty="0"/>
              <a:t>Vorname Nachname</a:t>
            </a:r>
          </a:p>
        </p:txBody>
      </p:sp>
      <p:sp>
        <p:nvSpPr>
          <p:cNvPr id="54" name="Bildplatzhalter 12">
            <a:extLst>
              <a:ext uri="{FF2B5EF4-FFF2-40B4-BE49-F238E27FC236}">
                <a16:creationId xmlns:a16="http://schemas.microsoft.com/office/drawing/2014/main" id="{072BBFC8-75D0-444B-9A39-AB0A55C0A936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3998377" y="4401151"/>
            <a:ext cx="882000" cy="882000"/>
          </a:xfrm>
          <a:prstGeom prst="ellipse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7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55" name="Textplatzhalter 8">
            <a:extLst>
              <a:ext uri="{FF2B5EF4-FFF2-40B4-BE49-F238E27FC236}">
                <a16:creationId xmlns:a16="http://schemas.microsoft.com/office/drawing/2014/main" id="{E729F180-C1BE-46E3-B2A8-8C0E73A5082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345381" y="4930526"/>
            <a:ext cx="1864588" cy="35262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000">
                <a:latin typeface="+mn-lt"/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de-DE" dirty="0"/>
              <a:t>Beschreibung</a:t>
            </a: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1BE79DC2-A180-42B2-B047-C24ECB1BBB31}"/>
              </a:ext>
            </a:extLst>
          </p:cNvPr>
          <p:cNvSpPr/>
          <p:nvPr userDrawn="1"/>
        </p:nvSpPr>
        <p:spPr>
          <a:xfrm>
            <a:off x="7220868" y="4401151"/>
            <a:ext cx="882000" cy="88200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+mn-lt"/>
            </a:endParaRPr>
          </a:p>
        </p:txBody>
      </p:sp>
      <p:sp>
        <p:nvSpPr>
          <p:cNvPr id="57" name="Textplatzhalter 8">
            <a:extLst>
              <a:ext uri="{FF2B5EF4-FFF2-40B4-BE49-F238E27FC236}">
                <a16:creationId xmlns:a16="http://schemas.microsoft.com/office/drawing/2014/main" id="{D52156C4-FD6E-451C-BE74-00E6F2D9737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345381" y="4459824"/>
            <a:ext cx="1864588" cy="442208"/>
          </a:xfrm>
        </p:spPr>
        <p:txBody>
          <a:bodyPr/>
          <a:lstStyle>
            <a:lvl1pPr marL="0" indent="0">
              <a:lnSpc>
                <a:spcPct val="95000"/>
              </a:lnSpc>
              <a:buNone/>
              <a:defRPr sz="1500" b="1">
                <a:latin typeface="+mn-lt"/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de-DE" dirty="0"/>
              <a:t>Vorname Nachname</a:t>
            </a:r>
          </a:p>
        </p:txBody>
      </p:sp>
      <p:sp>
        <p:nvSpPr>
          <p:cNvPr id="58" name="Bildplatzhalter 12">
            <a:extLst>
              <a:ext uri="{FF2B5EF4-FFF2-40B4-BE49-F238E27FC236}">
                <a16:creationId xmlns:a16="http://schemas.microsoft.com/office/drawing/2014/main" id="{E87CDF72-BAE6-4192-9B8D-373A75F6A2E2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7220868" y="4401151"/>
            <a:ext cx="882000" cy="882000"/>
          </a:xfrm>
          <a:prstGeom prst="ellipse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7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cxnSp>
        <p:nvCxnSpPr>
          <p:cNvPr id="59" name="Gerader Verbinder 15">
            <a:extLst>
              <a:ext uri="{FF2B5EF4-FFF2-40B4-BE49-F238E27FC236}">
                <a16:creationId xmlns:a16="http://schemas.microsoft.com/office/drawing/2014/main" id="{B285402B-D2FD-6744-BCE3-85691AC99461}"/>
              </a:ext>
            </a:extLst>
          </p:cNvPr>
          <p:cNvCxnSpPr>
            <a:cxnSpLocks/>
          </p:cNvCxnSpPr>
          <p:nvPr userDrawn="1"/>
        </p:nvCxnSpPr>
        <p:spPr>
          <a:xfrm>
            <a:off x="10844213" y="188912"/>
            <a:ext cx="0" cy="6480176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Gerader Verbinder 19">
            <a:extLst>
              <a:ext uri="{FF2B5EF4-FFF2-40B4-BE49-F238E27FC236}">
                <a16:creationId xmlns:a16="http://schemas.microsoft.com/office/drawing/2014/main" id="{C3D183EE-7D90-3E40-85E1-F1923F1054D3}"/>
              </a:ext>
            </a:extLst>
          </p:cNvPr>
          <p:cNvCxnSpPr>
            <a:cxnSpLocks/>
          </p:cNvCxnSpPr>
          <p:nvPr userDrawn="1"/>
        </p:nvCxnSpPr>
        <p:spPr>
          <a:xfrm>
            <a:off x="10844213" y="3429001"/>
            <a:ext cx="11557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Gerader Verbinder 22">
            <a:extLst>
              <a:ext uri="{FF2B5EF4-FFF2-40B4-BE49-F238E27FC236}">
                <a16:creationId xmlns:a16="http://schemas.microsoft.com/office/drawing/2014/main" id="{11EE6D3B-01EB-5B45-B203-4BD562672934}"/>
              </a:ext>
            </a:extLst>
          </p:cNvPr>
          <p:cNvCxnSpPr>
            <a:cxnSpLocks/>
          </p:cNvCxnSpPr>
          <p:nvPr userDrawn="1"/>
        </p:nvCxnSpPr>
        <p:spPr>
          <a:xfrm>
            <a:off x="10844213" y="6092825"/>
            <a:ext cx="11557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BFC95C4-CB05-BCF9-6A94-3CA8E35E9199}"/>
              </a:ext>
            </a:extLst>
          </p:cNvPr>
          <p:cNvSpPr>
            <a:spLocks noGrp="1"/>
          </p:cNvSpPr>
          <p:nvPr>
            <p:ph type="sldNum" sz="quarter" idx="41"/>
          </p:nvPr>
        </p:nvSpPr>
        <p:spPr/>
        <p:txBody>
          <a:bodyPr/>
          <a:lstStyle/>
          <a:p>
            <a:fld id="{22F2F84B-9C89-42E2-B6E3-D87A238FE9BE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296953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l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16D09AB4-5195-4791-BA54-DB800E26075C}"/>
              </a:ext>
            </a:extLst>
          </p:cNvPr>
          <p:cNvCxnSpPr>
            <a:cxnSpLocks/>
          </p:cNvCxnSpPr>
          <p:nvPr userDrawn="1"/>
        </p:nvCxnSpPr>
        <p:spPr>
          <a:xfrm>
            <a:off x="192089" y="6417332"/>
            <a:ext cx="10652124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A928CE4D-9D00-4E58-8537-0D0AA5A7B8D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7188" y="6417332"/>
            <a:ext cx="10347324" cy="251756"/>
          </a:xfr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700" spc="30" baseline="0">
                <a:solidFill>
                  <a:schemeClr val="tx2"/>
                </a:solidFill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de-DE" dirty="0"/>
              <a:t>© Bildnachweis oder andere Copyright Links</a:t>
            </a:r>
          </a:p>
        </p:txBody>
      </p:sp>
      <p:sp>
        <p:nvSpPr>
          <p:cNvPr id="6" name="Bildplatzhalter 10">
            <a:extLst>
              <a:ext uri="{FF2B5EF4-FFF2-40B4-BE49-F238E27FC236}">
                <a16:creationId xmlns:a16="http://schemas.microsoft.com/office/drawing/2014/main" id="{E3502B90-ACDA-44C2-BE65-4022CFC84DA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92089" y="188913"/>
            <a:ext cx="10652124" cy="6228416"/>
          </a:xfrm>
          <a:solidFill>
            <a:schemeClr val="bg1">
              <a:lumMod val="8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cxnSp>
        <p:nvCxnSpPr>
          <p:cNvPr id="7" name="Gerader Verbinder 15">
            <a:extLst>
              <a:ext uri="{FF2B5EF4-FFF2-40B4-BE49-F238E27FC236}">
                <a16:creationId xmlns:a16="http://schemas.microsoft.com/office/drawing/2014/main" id="{32CD80C6-7D89-4D4C-AEEF-F7B7E93B527B}"/>
              </a:ext>
            </a:extLst>
          </p:cNvPr>
          <p:cNvCxnSpPr>
            <a:cxnSpLocks/>
          </p:cNvCxnSpPr>
          <p:nvPr userDrawn="1"/>
        </p:nvCxnSpPr>
        <p:spPr>
          <a:xfrm>
            <a:off x="10844213" y="188912"/>
            <a:ext cx="0" cy="6480176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r Verbinder 19">
            <a:extLst>
              <a:ext uri="{FF2B5EF4-FFF2-40B4-BE49-F238E27FC236}">
                <a16:creationId xmlns:a16="http://schemas.microsoft.com/office/drawing/2014/main" id="{518D0FCD-446B-FD46-85EE-D9275A02C428}"/>
              </a:ext>
            </a:extLst>
          </p:cNvPr>
          <p:cNvCxnSpPr>
            <a:cxnSpLocks/>
          </p:cNvCxnSpPr>
          <p:nvPr userDrawn="1"/>
        </p:nvCxnSpPr>
        <p:spPr>
          <a:xfrm>
            <a:off x="10844213" y="3429001"/>
            <a:ext cx="11557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r Verbinder 22">
            <a:extLst>
              <a:ext uri="{FF2B5EF4-FFF2-40B4-BE49-F238E27FC236}">
                <a16:creationId xmlns:a16="http://schemas.microsoft.com/office/drawing/2014/main" id="{C79CB208-33AD-D246-A33A-58377B422F01}"/>
              </a:ext>
            </a:extLst>
          </p:cNvPr>
          <p:cNvCxnSpPr>
            <a:cxnSpLocks/>
          </p:cNvCxnSpPr>
          <p:nvPr userDrawn="1"/>
        </p:nvCxnSpPr>
        <p:spPr>
          <a:xfrm>
            <a:off x="10844213" y="6092825"/>
            <a:ext cx="11557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51B8B10-1C11-CDBE-14E8-60C269719E0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2F2F84B-9C89-42E2-B6E3-D87A238FE9BE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508681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dienplatzhalter 6">
            <a:extLst>
              <a:ext uri="{FF2B5EF4-FFF2-40B4-BE49-F238E27FC236}">
                <a16:creationId xmlns:a16="http://schemas.microsoft.com/office/drawing/2014/main" id="{1228EED4-B13E-4B4D-9DFF-9E1754B6ECB7}"/>
              </a:ext>
            </a:extLst>
          </p:cNvPr>
          <p:cNvSpPr>
            <a:spLocks noGrp="1"/>
          </p:cNvSpPr>
          <p:nvPr>
            <p:ph type="media" sz="quarter" idx="14"/>
          </p:nvPr>
        </p:nvSpPr>
        <p:spPr>
          <a:xfrm>
            <a:off x="192088" y="188913"/>
            <a:ext cx="10675933" cy="6480175"/>
          </a:xfrm>
          <a:solidFill>
            <a:srgbClr val="000000"/>
          </a:solidFill>
        </p:spPr>
        <p:txBody>
          <a:bodyPr anchor="ctr"/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media</a:t>
            </a:r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7013E22E-0488-C092-A250-233070F455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2F2F84B-9C89-42E2-B6E3-D87A238FE9BE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409843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73244E30-749C-4704-9724-D04E95BFAA3E}"/>
              </a:ext>
            </a:extLst>
          </p:cNvPr>
          <p:cNvSpPr/>
          <p:nvPr userDrawn="1"/>
        </p:nvSpPr>
        <p:spPr>
          <a:xfrm>
            <a:off x="6678163" y="1341441"/>
            <a:ext cx="4170809" cy="53276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Poppins" panose="00000500000000000000" pitchFamily="2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436B901-5400-40F4-996F-F9322A167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454F621-5610-4A43-B999-68A2029CF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763" y="1808387"/>
            <a:ext cx="5401246" cy="42844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80576CE3-4AC6-4939-82D1-9F7B5BB0F71F}"/>
              </a:ext>
            </a:extLst>
          </p:cNvPr>
          <p:cNvCxnSpPr>
            <a:cxnSpLocks/>
          </p:cNvCxnSpPr>
          <p:nvPr userDrawn="1"/>
        </p:nvCxnSpPr>
        <p:spPr>
          <a:xfrm>
            <a:off x="6678164" y="1557338"/>
            <a:ext cx="0" cy="489585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24DF476D-7C13-4D16-AFC8-8DAFD754453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12124" y="1825774"/>
            <a:ext cx="3205050" cy="302226"/>
          </a:xfrm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17" name="Textplatzhalter 9">
            <a:extLst>
              <a:ext uri="{FF2B5EF4-FFF2-40B4-BE49-F238E27FC236}">
                <a16:creationId xmlns:a16="http://schemas.microsoft.com/office/drawing/2014/main" id="{B37DB184-50BA-45AC-BE8F-9FDCB40FE16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12124" y="2307675"/>
            <a:ext cx="3205050" cy="3785150"/>
          </a:xfrm>
        </p:spPr>
        <p:txBody>
          <a:bodyPr/>
          <a:lstStyle>
            <a:lvl1pPr marL="0" indent="0">
              <a:lnSpc>
                <a:spcPct val="95000"/>
              </a:lnSpc>
              <a:buNone/>
              <a:defRPr sz="3250" b="1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de-DE" dirty="0"/>
              <a:t>Zitat</a:t>
            </a:r>
          </a:p>
        </p:txBody>
      </p:sp>
      <p:cxnSp>
        <p:nvCxnSpPr>
          <p:cNvPr id="11" name="Gerader Verbinder 15">
            <a:extLst>
              <a:ext uri="{FF2B5EF4-FFF2-40B4-BE49-F238E27FC236}">
                <a16:creationId xmlns:a16="http://schemas.microsoft.com/office/drawing/2014/main" id="{D4240D49-6CC6-9044-A501-6E914C858838}"/>
              </a:ext>
            </a:extLst>
          </p:cNvPr>
          <p:cNvCxnSpPr>
            <a:cxnSpLocks/>
          </p:cNvCxnSpPr>
          <p:nvPr userDrawn="1"/>
        </p:nvCxnSpPr>
        <p:spPr>
          <a:xfrm>
            <a:off x="10844213" y="188912"/>
            <a:ext cx="0" cy="6480176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19">
            <a:extLst>
              <a:ext uri="{FF2B5EF4-FFF2-40B4-BE49-F238E27FC236}">
                <a16:creationId xmlns:a16="http://schemas.microsoft.com/office/drawing/2014/main" id="{1C8A64F5-DC35-AF44-8F12-0AC772144C90}"/>
              </a:ext>
            </a:extLst>
          </p:cNvPr>
          <p:cNvCxnSpPr>
            <a:cxnSpLocks/>
          </p:cNvCxnSpPr>
          <p:nvPr userDrawn="1"/>
        </p:nvCxnSpPr>
        <p:spPr>
          <a:xfrm>
            <a:off x="10844213" y="3429001"/>
            <a:ext cx="11557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22">
            <a:extLst>
              <a:ext uri="{FF2B5EF4-FFF2-40B4-BE49-F238E27FC236}">
                <a16:creationId xmlns:a16="http://schemas.microsoft.com/office/drawing/2014/main" id="{00D94803-19AA-DC42-AE83-24633A4B4812}"/>
              </a:ext>
            </a:extLst>
          </p:cNvPr>
          <p:cNvCxnSpPr>
            <a:cxnSpLocks/>
          </p:cNvCxnSpPr>
          <p:nvPr userDrawn="1"/>
        </p:nvCxnSpPr>
        <p:spPr>
          <a:xfrm>
            <a:off x="10844213" y="6092825"/>
            <a:ext cx="11557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1AF31C1-BCBC-FDE6-3269-36903014C49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2F2F84B-9C89-42E2-B6E3-D87A238FE9BE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572382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36B901-5400-40F4-996F-F9322A167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768" y="647701"/>
            <a:ext cx="4933185" cy="1600094"/>
          </a:xfrm>
        </p:spPr>
        <p:txBody>
          <a:bodyPr/>
          <a:lstStyle>
            <a:lvl1pPr>
              <a:defRPr sz="4200" b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80576CE3-4AC6-4939-82D1-9F7B5BB0F71F}"/>
              </a:ext>
            </a:extLst>
          </p:cNvPr>
          <p:cNvCxnSpPr>
            <a:cxnSpLocks/>
          </p:cNvCxnSpPr>
          <p:nvPr userDrawn="1"/>
        </p:nvCxnSpPr>
        <p:spPr>
          <a:xfrm>
            <a:off x="4729944" y="2557431"/>
            <a:ext cx="0" cy="4111928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4CD22B09-52F2-4816-B52A-9BE1E67FA55B}"/>
              </a:ext>
            </a:extLst>
          </p:cNvPr>
          <p:cNvCxnSpPr>
            <a:cxnSpLocks/>
          </p:cNvCxnSpPr>
          <p:nvPr userDrawn="1"/>
        </p:nvCxnSpPr>
        <p:spPr>
          <a:xfrm>
            <a:off x="192089" y="2557431"/>
            <a:ext cx="5903911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DFFA419E-201C-4B53-8E1C-83AFEB2A12B1}"/>
              </a:ext>
            </a:extLst>
          </p:cNvPr>
          <p:cNvCxnSpPr>
            <a:cxnSpLocks/>
            <a:endCxn id="23" idx="2"/>
          </p:cNvCxnSpPr>
          <p:nvPr userDrawn="1"/>
        </p:nvCxnSpPr>
        <p:spPr>
          <a:xfrm>
            <a:off x="6096001" y="188913"/>
            <a:ext cx="0" cy="6480175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hteck 22">
            <a:extLst>
              <a:ext uri="{FF2B5EF4-FFF2-40B4-BE49-F238E27FC236}">
                <a16:creationId xmlns:a16="http://schemas.microsoft.com/office/drawing/2014/main" id="{1702973B-A1C0-42E3-8E5C-88C4A889D2F5}"/>
              </a:ext>
            </a:extLst>
          </p:cNvPr>
          <p:cNvSpPr/>
          <p:nvPr userDrawn="1"/>
        </p:nvSpPr>
        <p:spPr>
          <a:xfrm>
            <a:off x="192089" y="188913"/>
            <a:ext cx="11807824" cy="6480175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Poppins" panose="00000500000000000000" pitchFamily="2" charset="0"/>
            </a:endParaRP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141A1EE6-63C3-4890-A923-9030BCC4CC97}"/>
              </a:ext>
            </a:extLst>
          </p:cNvPr>
          <p:cNvSpPr txBox="1"/>
          <p:nvPr userDrawn="1"/>
        </p:nvSpPr>
        <p:spPr>
          <a:xfrm>
            <a:off x="759417" y="5679623"/>
            <a:ext cx="1403589" cy="507831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lang="de-DE" sz="2700" b="0" i="0" dirty="0">
                <a:solidFill>
                  <a:schemeClr val="tx2"/>
                </a:solidFill>
                <a:latin typeface="+mn-lt"/>
              </a:rPr>
              <a:t>tuhh.de</a:t>
            </a:r>
          </a:p>
        </p:txBody>
      </p:sp>
      <p:sp>
        <p:nvSpPr>
          <p:cNvPr id="27" name="Textplatzhalter 26">
            <a:extLst>
              <a:ext uri="{FF2B5EF4-FFF2-40B4-BE49-F238E27FC236}">
                <a16:creationId xmlns:a16="http://schemas.microsoft.com/office/drawing/2014/main" id="{C39D98B8-90BD-4EBB-99CC-FA16AF43772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6767" y="2773306"/>
            <a:ext cx="3704771" cy="2311878"/>
          </a:xfrm>
        </p:spPr>
        <p:txBody>
          <a:bodyPr bIns="36000" anchor="ctr"/>
          <a:lstStyle>
            <a:lvl1pPr marL="0" indent="0">
              <a:buNone/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Kontaktdaten</a:t>
            </a:r>
          </a:p>
        </p:txBody>
      </p: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8BA1B481-FDBC-4920-9CCB-DE3BEFEDD104}"/>
              </a:ext>
            </a:extLst>
          </p:cNvPr>
          <p:cNvCxnSpPr>
            <a:cxnSpLocks/>
          </p:cNvCxnSpPr>
          <p:nvPr userDrawn="1"/>
        </p:nvCxnSpPr>
        <p:spPr>
          <a:xfrm>
            <a:off x="192089" y="5301208"/>
            <a:ext cx="5903904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BAB6AB00-A25C-417E-947C-461411044DAA}"/>
              </a:ext>
            </a:extLst>
          </p:cNvPr>
          <p:cNvCxnSpPr>
            <a:cxnSpLocks/>
          </p:cNvCxnSpPr>
          <p:nvPr userDrawn="1"/>
        </p:nvCxnSpPr>
        <p:spPr>
          <a:xfrm>
            <a:off x="4729944" y="3933203"/>
            <a:ext cx="1366056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lipse 31">
            <a:extLst>
              <a:ext uri="{FF2B5EF4-FFF2-40B4-BE49-F238E27FC236}">
                <a16:creationId xmlns:a16="http://schemas.microsoft.com/office/drawing/2014/main" id="{F063EE54-158C-49DA-AAE2-F845F079EEF9}"/>
              </a:ext>
            </a:extLst>
          </p:cNvPr>
          <p:cNvSpPr/>
          <p:nvPr userDrawn="1"/>
        </p:nvSpPr>
        <p:spPr>
          <a:xfrm>
            <a:off x="4729943" y="2557430"/>
            <a:ext cx="1366050" cy="1366050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Poppins" panose="00000500000000000000" pitchFamily="2" charset="0"/>
            </a:endParaRPr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8F23BB48-B764-4C58-9F7F-EFF15AB872A5}"/>
              </a:ext>
            </a:extLst>
          </p:cNvPr>
          <p:cNvSpPr/>
          <p:nvPr userDrawn="1"/>
        </p:nvSpPr>
        <p:spPr>
          <a:xfrm>
            <a:off x="4729943" y="3930370"/>
            <a:ext cx="1366050" cy="1366050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Poppins" panose="00000500000000000000" pitchFamily="2" charset="0"/>
            </a:endParaRPr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55944F3D-26AA-4164-806A-FBE16BAF2E74}"/>
              </a:ext>
            </a:extLst>
          </p:cNvPr>
          <p:cNvSpPr/>
          <p:nvPr userDrawn="1"/>
        </p:nvSpPr>
        <p:spPr>
          <a:xfrm>
            <a:off x="4729943" y="5303310"/>
            <a:ext cx="1366050" cy="1366050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Poppins" panose="00000500000000000000" pitchFamily="2" charset="0"/>
            </a:endParaRPr>
          </a:p>
        </p:txBody>
      </p:sp>
      <p:pic>
        <p:nvPicPr>
          <p:cNvPr id="35" name="Grafik 34">
            <a:extLst>
              <a:ext uri="{FF2B5EF4-FFF2-40B4-BE49-F238E27FC236}">
                <a16:creationId xmlns:a16="http://schemas.microsoft.com/office/drawing/2014/main" id="{065183B0-5F29-44AF-B1E5-1F051CEA4CF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88349" y="5554432"/>
            <a:ext cx="842090" cy="848472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D6BC07D9-D7CE-4C7C-98C5-D29B1326A85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8537" y="858862"/>
            <a:ext cx="4696693" cy="3459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61241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7564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3CE7642-B32D-4942-B83E-C6453E435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763" y="298447"/>
            <a:ext cx="9650411" cy="933456"/>
          </a:xfrm>
          <a:prstGeom prst="rect">
            <a:avLst/>
          </a:prstGeom>
        </p:spPr>
        <p:txBody>
          <a:bodyPr vert="horz" lIns="0" tIns="0" rIns="0" bIns="36000" rtlCol="0" anchor="ctr" anchorCtr="0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1F653CD-8C1C-45EF-AF21-2C5A0375C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6763" y="1808385"/>
            <a:ext cx="9650409" cy="42844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BDCF922E-CB18-4EF1-B427-958A13890282}"/>
              </a:ext>
            </a:extLst>
          </p:cNvPr>
          <p:cNvSpPr/>
          <p:nvPr/>
        </p:nvSpPr>
        <p:spPr>
          <a:xfrm>
            <a:off x="192089" y="188913"/>
            <a:ext cx="11807824" cy="6480175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Poppins" panose="00000500000000000000" pitchFamily="2" charset="0"/>
            </a:endParaRPr>
          </a:p>
        </p:txBody>
      </p: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D37107E4-9C5D-43E9-A6A5-58633A42A2D9}"/>
              </a:ext>
            </a:extLst>
          </p:cNvPr>
          <p:cNvCxnSpPr>
            <a:cxnSpLocks/>
          </p:cNvCxnSpPr>
          <p:nvPr/>
        </p:nvCxnSpPr>
        <p:spPr>
          <a:xfrm>
            <a:off x="192089" y="1341438"/>
            <a:ext cx="10652124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643D4A4F-C336-44E0-B716-1E3ECCBCC9C5}"/>
              </a:ext>
            </a:extLst>
          </p:cNvPr>
          <p:cNvCxnSpPr>
            <a:cxnSpLocks/>
          </p:cNvCxnSpPr>
          <p:nvPr/>
        </p:nvCxnSpPr>
        <p:spPr>
          <a:xfrm>
            <a:off x="10844213" y="1340768"/>
            <a:ext cx="11557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3FAAD848-15A1-4321-AFD6-6379135FC21C}"/>
              </a:ext>
            </a:extLst>
          </p:cNvPr>
          <p:cNvCxnSpPr>
            <a:cxnSpLocks/>
          </p:cNvCxnSpPr>
          <p:nvPr/>
        </p:nvCxnSpPr>
        <p:spPr>
          <a:xfrm>
            <a:off x="10844213" y="6669360"/>
            <a:ext cx="11557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Grafik 30">
            <a:extLst>
              <a:ext uri="{FF2B5EF4-FFF2-40B4-BE49-F238E27FC236}">
                <a16:creationId xmlns:a16="http://schemas.microsoft.com/office/drawing/2014/main" id="{F0562FB4-F27A-476C-83DC-DB6D1DB799B0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9464" y="469529"/>
            <a:ext cx="569961" cy="161239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8A2FA9E-E8C7-9ED6-ED0F-871446DFC5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920237" y="1401725"/>
            <a:ext cx="1008412" cy="43130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C4C0FF7-3FAD-84E0-851F-4211918780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20237" y="6164608"/>
            <a:ext cx="1008412" cy="432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800">
                <a:solidFill>
                  <a:schemeClr val="tx2"/>
                </a:solidFill>
              </a:defRPr>
            </a:lvl1pPr>
          </a:lstStyle>
          <a:p>
            <a:fld id="{22F2F84B-9C89-42E2-B6E3-D87A238FE9BE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49520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73" r:id="rId2"/>
    <p:sldLayoutId id="2147483674" r:id="rId3"/>
    <p:sldLayoutId id="2147483679" r:id="rId4"/>
    <p:sldLayoutId id="2147483668" r:id="rId5"/>
    <p:sldLayoutId id="2147483675" r:id="rId6"/>
    <p:sldLayoutId id="2147483676" r:id="rId7"/>
    <p:sldLayoutId id="2147483678" r:id="rId8"/>
    <p:sldLayoutId id="2147483650" r:id="rId9"/>
    <p:sldLayoutId id="2147483677" r:id="rId10"/>
    <p:sldLayoutId id="2147483658" r:id="rId11"/>
    <p:sldLayoutId id="2147483654" r:id="rId12"/>
    <p:sldLayoutId id="2147483664" r:id="rId13"/>
    <p:sldLayoutId id="2147483656" r:id="rId14"/>
    <p:sldLayoutId id="2147483681" r:id="rId15"/>
    <p:sldLayoutId id="2147483657" r:id="rId16"/>
    <p:sldLayoutId id="2147483662" r:id="rId17"/>
    <p:sldLayoutId id="2147483672" r:id="rId18"/>
    <p:sldLayoutId id="2147483659" r:id="rId19"/>
    <p:sldLayoutId id="2147483660" r:id="rId20"/>
    <p:sldLayoutId id="2147483663" r:id="rId21"/>
    <p:sldLayoutId id="2147483666" r:id="rId22"/>
    <p:sldLayoutId id="2147483655" r:id="rId23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0" i="0" kern="1200" spc="4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563" indent="-182563" algn="l" defTabSz="914400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Char char="•"/>
        <a:defRPr sz="1800" b="0" i="0" kern="1200" spc="20" baseline="0">
          <a:solidFill>
            <a:schemeClr val="tx1"/>
          </a:solidFill>
          <a:latin typeface="+mn-lt"/>
          <a:ea typeface="+mn-ea"/>
          <a:cs typeface="+mn-cs"/>
        </a:defRPr>
      </a:lvl1pPr>
      <a:lvl2pPr marL="541338" indent="-182563" algn="l" defTabSz="914400" rtl="0" eaLnBrk="1" latinLnBrk="0" hangingPunct="1">
        <a:lnSpc>
          <a:spcPct val="125000"/>
        </a:lnSpc>
        <a:spcBef>
          <a:spcPts val="0"/>
        </a:spcBef>
        <a:buFont typeface="Poppins" panose="00000500000000000000" pitchFamily="2" charset="0"/>
        <a:buChar char="−"/>
        <a:defRPr sz="1800" b="0" i="0" kern="1200" spc="20" baseline="0">
          <a:solidFill>
            <a:schemeClr val="tx1"/>
          </a:solidFill>
          <a:latin typeface="+mn-lt"/>
          <a:ea typeface="+mn-ea"/>
          <a:cs typeface="+mn-cs"/>
        </a:defRPr>
      </a:lvl2pPr>
      <a:lvl3pPr marL="898525" indent="-182563" algn="l" defTabSz="914400" rtl="0" eaLnBrk="1" latinLnBrk="0" hangingPunct="1">
        <a:lnSpc>
          <a:spcPct val="125000"/>
        </a:lnSpc>
        <a:spcBef>
          <a:spcPts val="0"/>
        </a:spcBef>
        <a:buFont typeface="Poppins" panose="00000500000000000000" pitchFamily="2" charset="0"/>
        <a:buChar char="◊"/>
        <a:defRPr sz="1800" b="0" i="0" kern="1200" spc="20" baseline="0">
          <a:solidFill>
            <a:schemeClr val="tx1"/>
          </a:solidFill>
          <a:latin typeface="+mn-lt"/>
          <a:ea typeface="+mn-ea"/>
          <a:cs typeface="+mn-cs"/>
        </a:defRPr>
      </a:lvl3pPr>
      <a:lvl4pPr marL="1257300" indent="-174625" algn="l" defTabSz="914400" rtl="0" eaLnBrk="1" latinLnBrk="0" hangingPunct="1">
        <a:lnSpc>
          <a:spcPct val="125000"/>
        </a:lnSpc>
        <a:spcBef>
          <a:spcPts val="0"/>
        </a:spcBef>
        <a:buFont typeface="Wingdings" panose="05000000000000000000" pitchFamily="2" charset="2"/>
        <a:buChar char="§"/>
        <a:defRPr sz="1800" b="0" i="0" kern="1200" spc="20" baseline="0">
          <a:solidFill>
            <a:schemeClr val="tx1"/>
          </a:solidFill>
          <a:latin typeface="+mn-lt"/>
          <a:ea typeface="+mn-ea"/>
          <a:cs typeface="+mn-cs"/>
        </a:defRPr>
      </a:lvl4pPr>
      <a:lvl5pPr marL="1616075" indent="-182563" algn="l" defTabSz="914400" rtl="0" eaLnBrk="1" latinLnBrk="0" hangingPunct="1">
        <a:lnSpc>
          <a:spcPct val="125000"/>
        </a:lnSpc>
        <a:spcBef>
          <a:spcPts val="0"/>
        </a:spcBef>
        <a:buFont typeface="Poppins" panose="00000500000000000000" pitchFamily="2" charset="0"/>
        <a:buChar char="∙"/>
        <a:defRPr sz="1800" b="0" i="0" kern="1200" spc="2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9" userDrawn="1">
          <p15:clr>
            <a:srgbClr val="F26B43"/>
          </p15:clr>
        </p15:guide>
        <p15:guide id="2" pos="6834" userDrawn="1">
          <p15:clr>
            <a:srgbClr val="F26B43"/>
          </p15:clr>
        </p15:guide>
        <p15:guide id="3" pos="7559" userDrawn="1">
          <p15:clr>
            <a:srgbClr val="F26B43"/>
          </p15:clr>
        </p15:guide>
        <p15:guide id="4" pos="121" userDrawn="1">
          <p15:clr>
            <a:srgbClr val="F26B43"/>
          </p15:clr>
        </p15:guide>
        <p15:guide id="5" orient="horz" pos="845" userDrawn="1">
          <p15:clr>
            <a:srgbClr val="F26B43"/>
          </p15:clr>
        </p15:guide>
        <p15:guide id="6" orient="horz" pos="3838" userDrawn="1">
          <p15:clr>
            <a:srgbClr val="F26B43"/>
          </p15:clr>
        </p15:guide>
        <p15:guide id="7" orient="horz" pos="4201" userDrawn="1">
          <p15:clr>
            <a:srgbClr val="F26B43"/>
          </p15:clr>
        </p15:guide>
        <p15:guide id="8" orient="horz" pos="2160" userDrawn="1">
          <p15:clr>
            <a:srgbClr val="F26B43"/>
          </p15:clr>
        </p15:guide>
        <p15:guide id="9" pos="483" userDrawn="1">
          <p15:clr>
            <a:srgbClr val="F26B43"/>
          </p15:clr>
        </p15:guide>
        <p15:guide id="10" pos="6562" userDrawn="1">
          <p15:clr>
            <a:srgbClr val="F26B43"/>
          </p15:clr>
        </p15:guide>
        <p15:guide id="11" orient="horz" pos="1185" userDrawn="1">
          <p15:clr>
            <a:srgbClr val="F26B43"/>
          </p15:clr>
        </p15:guide>
        <p15:guide id="12" pos="420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inet.omnetpp.org/docs/showcases/wireless/hiddennode/doc/" TargetMode="External"/><Relationship Id="rId2" Type="http://schemas.openxmlformats.org/officeDocument/2006/relationships/hyperlink" Target="https://doi.org/10.3390/engproc2025090016" TargetMode="External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5EF828-0B18-492D-B050-D971A4FF3B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6314" y="620688"/>
            <a:ext cx="5118729" cy="2387600"/>
          </a:xfrm>
        </p:spPr>
        <p:txBody>
          <a:bodyPr/>
          <a:lstStyle/>
          <a:p>
            <a:r>
              <a:rPr lang="en-US" b="1" dirty="0"/>
              <a:t>Evaluation of MAC Protocols for Intra-Satellite Optical Communication Using </a:t>
            </a:r>
            <a:r>
              <a:rPr lang="en-US" b="1" dirty="0" err="1"/>
              <a:t>OMNeT</a:t>
            </a:r>
            <a:r>
              <a:rPr lang="en-US" b="1" dirty="0"/>
              <a:t>++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C3B62E7-7DAA-4E45-A039-684ECD2198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Utkarsh Maurya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A339B964-2CD0-E609-CDE8-3B523DE1F77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2A56EEF-40C7-4EF8-814C-D6F563874ABF}" type="datetime1">
              <a:rPr lang="de-DE" smtClean="0"/>
              <a:pPr/>
              <a:t>29.01.2026</a:t>
            </a:fld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2B9BA6B5-EBF3-2F41-A354-6EB489CFB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7932" y="3772892"/>
            <a:ext cx="5346700" cy="138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558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32B7DF-3BCA-44E7-91D8-259BE7260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Agenda: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AC6174D-E02A-4A73-9D8B-8E9F13FEC4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Introduction</a:t>
            </a:r>
          </a:p>
          <a:p>
            <a:r>
              <a:rPr lang="de-DE" dirty="0"/>
              <a:t>Related Work</a:t>
            </a:r>
          </a:p>
          <a:p>
            <a:r>
              <a:rPr lang="de-DE" dirty="0"/>
              <a:t>Implementation &amp; Evaluation</a:t>
            </a:r>
          </a:p>
          <a:p>
            <a:r>
              <a:rPr lang="de-DE" dirty="0"/>
              <a:t>Simulations</a:t>
            </a:r>
          </a:p>
          <a:p>
            <a:r>
              <a:rPr lang="de-DE" dirty="0"/>
              <a:t>References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8DB08F25-10C3-5B3E-51B0-AC26314BC8D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22F2F84B-9C89-42E2-B6E3-D87A238FE9BE}" type="slidenum">
              <a:rPr lang="de-DE" smtClean="0"/>
              <a:pPr/>
              <a:t>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83650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D35CC8-0154-49BA-80EA-CC65DC756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578CAEC-2350-190C-C5A6-8158433D79E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2F2F84B-9C89-42E2-B6E3-D87A238FE9BE}" type="slidenum">
              <a:rPr lang="de-DE" smtClean="0"/>
              <a:pPr/>
              <a:t>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732782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03D15-79BA-48E1-E8EF-36DF52843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438D5F-7A4C-7DE2-D72B-C6BBA854A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Motivation: Intra-Satellite Communication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FE275FE8-8DC0-0008-0275-D28272956F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0AC7A6B-8584-B620-D594-FC9D64FBB69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2F2F84B-9C89-42E2-B6E3-D87A238FE9BE}" type="slidenum">
              <a:rPr lang="de-DE" smtClean="0"/>
              <a:pPr/>
              <a:t>4</a:t>
            </a:fld>
            <a:endParaRPr lang="de-DE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00DBACE-E5AE-C351-37F8-619753CDB3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762" y="1808386"/>
            <a:ext cx="9577710" cy="4283512"/>
          </a:xfrm>
        </p:spPr>
        <p:txBody>
          <a:bodyPr/>
          <a:lstStyle/>
          <a:p>
            <a:r>
              <a:rPr lang="en-US" b="1" dirty="0"/>
              <a:t>Complex Interconnections:</a:t>
            </a:r>
            <a:r>
              <a:rPr lang="en-US" dirty="0"/>
              <a:t> Satellites require networks to link sensors, On-Board Computers (OBC), and payload subsystems.</a:t>
            </a:r>
          </a:p>
          <a:p>
            <a:r>
              <a:rPr lang="en-US" b="1" dirty="0"/>
              <a:t>Wired Bus Limitations (</a:t>
            </a:r>
            <a:r>
              <a:rPr lang="en-US" b="1" dirty="0" err="1"/>
              <a:t>SpaceWire</a:t>
            </a:r>
            <a:r>
              <a:rPr lang="en-US" b="1" dirty="0"/>
              <a:t>, CAN, MIL-STD-1553):</a:t>
            </a:r>
            <a:endParaRPr lang="en-US" dirty="0"/>
          </a:p>
          <a:p>
            <a:r>
              <a:rPr lang="en-US" dirty="0"/>
              <a:t>Significant mass penalty: Cable harness ≈ 7–10% of total dry mass.</a:t>
            </a:r>
          </a:p>
          <a:p>
            <a:r>
              <a:rPr lang="en-US" dirty="0"/>
              <a:t>High integration complexity and connector failure risks during AIT.</a:t>
            </a:r>
          </a:p>
          <a:p>
            <a:r>
              <a:rPr lang="en-US" dirty="0"/>
              <a:t>Susceptibility to Electromagnetic Interference (EMI).</a:t>
            </a:r>
          </a:p>
          <a:p>
            <a:r>
              <a:rPr lang="en-US" b="1" dirty="0"/>
              <a:t>Why Wireless Optical Communication (</a:t>
            </a:r>
            <a:r>
              <a:rPr lang="en-US" b="1" dirty="0" err="1"/>
              <a:t>LiFi</a:t>
            </a:r>
            <a:r>
              <a:rPr lang="en-US" b="1" dirty="0"/>
              <a:t>)?</a:t>
            </a:r>
            <a:endParaRPr lang="en-US" dirty="0"/>
          </a:p>
          <a:p>
            <a:r>
              <a:rPr lang="en-US" dirty="0" err="1"/>
              <a:t>LiFi</a:t>
            </a:r>
            <a:r>
              <a:rPr lang="en-US" dirty="0"/>
              <a:t> offers reduced mass (no cables), immunity to EMI, and enhanced security by confining signals within the spacecraft structure.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6280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D35CC8-0154-49BA-80EA-CC65DC756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Related Work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8A271DD-98D1-0FF7-B9D7-9CE44346842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2F2F84B-9C89-42E2-B6E3-D87A238FE9BE}" type="slidenum">
              <a:rPr lang="de-DE" smtClean="0"/>
              <a:pPr/>
              <a:t>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34263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D676B-3B2A-61CD-9C12-786040991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6A9A9E-9AEA-AEF8-4B03-CC63CC1D8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SatelLight</a:t>
            </a:r>
            <a:r>
              <a:rPr lang="en-US" dirty="0"/>
              <a:t> </a:t>
            </a:r>
            <a:r>
              <a:rPr lang="en-US" dirty="0" err="1"/>
              <a:t>LiFi</a:t>
            </a:r>
            <a:r>
              <a:rPr lang="en-US" dirty="0"/>
              <a:t> Transceiver [1]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9A2A3529-BE8D-E6C1-D4AC-33DEBD92D5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4E5EF9C-C799-2B49-A820-4E026367FF3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2F2F84B-9C89-42E2-B6E3-D87A238FE9BE}" type="slidenum">
              <a:rPr lang="de-DE" smtClean="0"/>
              <a:pPr/>
              <a:t>6</a:t>
            </a:fld>
            <a:endParaRPr lang="de-DE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5C60BDA-4956-11D2-A233-0AAB388E27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045" y="1662038"/>
            <a:ext cx="9650411" cy="428351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Why It Was Chosen:</a:t>
            </a:r>
          </a:p>
          <a:p>
            <a:r>
              <a:rPr lang="en-US" dirty="0"/>
              <a:t>Most recent work on </a:t>
            </a:r>
            <a:r>
              <a:rPr lang="en-US" dirty="0" err="1"/>
              <a:t>LiFi</a:t>
            </a:r>
            <a:r>
              <a:rPr lang="en-US" dirty="0"/>
              <a:t> hardware for satellites—cutting-edge research</a:t>
            </a:r>
          </a:p>
          <a:p>
            <a:r>
              <a:rPr lang="en-US" dirty="0"/>
              <a:t>Conducted by TUHH Smart Sensors Group (your seminar instructor's lab)—directly relevant to course context</a:t>
            </a:r>
          </a:p>
          <a:p>
            <a:r>
              <a:rPr lang="en-US" dirty="0"/>
              <a:t>Provides realistic, validated parameters (data rates, power consumption, distances) needed for the simulation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Key Findings: [1]</a:t>
            </a:r>
          </a:p>
          <a:p>
            <a:r>
              <a:rPr lang="en-US" dirty="0"/>
              <a:t>Achieved 77.6 kbit/s with Reed-Solomon coding—proves </a:t>
            </a:r>
            <a:r>
              <a:rPr lang="en-US" dirty="0" err="1"/>
              <a:t>LiFi</a:t>
            </a:r>
            <a:r>
              <a:rPr lang="en-US" dirty="0"/>
              <a:t> bandwidth is sufficient for satellite TMTC requirements</a:t>
            </a:r>
          </a:p>
          <a:p>
            <a:r>
              <a:rPr lang="en-US" dirty="0"/>
              <a:t>Hardware is miniaturized (&lt;9.2 × 9.6 mm) and energy-efficient (38.7 </a:t>
            </a:r>
            <a:r>
              <a:rPr lang="en-US" dirty="0" err="1"/>
              <a:t>mW</a:t>
            </a:r>
            <a:r>
              <a:rPr lang="en-US" dirty="0"/>
              <a:t>)—but multiple node coordination (MAC layer) not addressed</a:t>
            </a:r>
          </a:p>
        </p:txBody>
      </p:sp>
    </p:spTree>
    <p:extLst>
      <p:ext uri="{BB962C8B-B14F-4D97-AF65-F5344CB8AC3E}">
        <p14:creationId xmlns:p14="http://schemas.microsoft.com/office/powerpoint/2010/main" val="13549258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E8B06-9380-D76F-7CEA-1427F065D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40DE1C-E78A-03C2-3E95-49191C720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MAC Protocols for Satellite IoT [2]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13DB6F33-0C8F-ABE5-22A4-EABCEECBECE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F64B475-A021-2DC0-5E7A-713A313AA55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2F2F84B-9C89-42E2-B6E3-D87A238FE9BE}" type="slidenum">
              <a:rPr lang="de-DE" smtClean="0"/>
              <a:pPr/>
              <a:t>7</a:t>
            </a:fld>
            <a:endParaRPr lang="de-DE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CCE7E5D-CDE1-6213-760E-407D401621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384" y="1628800"/>
            <a:ext cx="9650411" cy="428351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Why It Was Chosen:</a:t>
            </a:r>
          </a:p>
          <a:p>
            <a:r>
              <a:rPr lang="en-US" dirty="0"/>
              <a:t>Directly addresses MAC protocol trade-offs (reliability vs. energy) [2] under satellite constraints—matches the simulation focus</a:t>
            </a:r>
          </a:p>
          <a:p>
            <a:r>
              <a:rPr lang="en-US" dirty="0"/>
              <a:t>Provides theoretical framework and performance metrics [2] applicable to the evaluation methodology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Key Findings: [2]</a:t>
            </a:r>
          </a:p>
          <a:p>
            <a:r>
              <a:rPr lang="en-US" dirty="0"/>
              <a:t>No universal best MAC protocol—TDMA offers reliability but high overhead; ALOHA has low overhead but high collisions; CSMA balances both</a:t>
            </a:r>
          </a:p>
          <a:p>
            <a:r>
              <a:rPr lang="en-US" dirty="0"/>
              <a:t>Focused on satellite-to-ground IoT links, not intra-satellite optical mesh—leaves the specific application as research gap</a:t>
            </a:r>
          </a:p>
        </p:txBody>
      </p:sp>
    </p:spTree>
    <p:extLst>
      <p:ext uri="{BB962C8B-B14F-4D97-AF65-F5344CB8AC3E}">
        <p14:creationId xmlns:p14="http://schemas.microsoft.com/office/powerpoint/2010/main" val="19260742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C6536-6D95-9F0A-60C1-EBA1D86B5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4C69C9-13A9-0E85-4D53-78378D2A8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CAN-bus Communication Over Optical Wireless [3]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368F614B-02E7-82B5-C923-0BD5E701C61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FCA8BD3-D2F8-CAFD-B16D-767EFCDBDB2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2F2F84B-9C89-42E2-B6E3-D87A238FE9BE}" type="slidenum">
              <a:rPr lang="de-DE" smtClean="0"/>
              <a:pPr/>
              <a:t>8</a:t>
            </a:fld>
            <a:endParaRPr lang="de-DE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81A8F1-875B-5622-8FBE-BEEA393B32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384" y="1628800"/>
            <a:ext cx="9650411" cy="428351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Why It Was Chosen:</a:t>
            </a:r>
          </a:p>
          <a:p>
            <a:r>
              <a:rPr lang="en-US" dirty="0"/>
              <a:t>Recent experimental work (2024) proving optical wireless can replace satellite buses—real hardware validation beyond theory</a:t>
            </a:r>
          </a:p>
          <a:p>
            <a:r>
              <a:rPr lang="en-US" dirty="0"/>
              <a:t>Demonstrated in realistic Avionics Integration Test (AIT) facility—shows practical feasibility in actual satellite testing environment</a:t>
            </a:r>
          </a:p>
          <a:p>
            <a:r>
              <a:rPr lang="en-US" dirty="0"/>
              <a:t>Addresses standard satellite protocols (CAN, MIL-STD-1553B)—directly relevant to satellite bus replacement scenarios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Key Findings: [3]</a:t>
            </a:r>
          </a:p>
          <a:p>
            <a:r>
              <a:rPr lang="en-US" dirty="0"/>
              <a:t>Successfully transmitted CAN-bus signals over optical links—validates cable harness replacement concept with actual satellite protocols</a:t>
            </a:r>
          </a:p>
          <a:p>
            <a:r>
              <a:rPr lang="en-US" dirty="0"/>
              <a:t>Identified multi-device coordination challenge—motivates need for systematic MAC protocol comparison (which the paper did not perform)</a:t>
            </a:r>
          </a:p>
        </p:txBody>
      </p:sp>
    </p:spTree>
    <p:extLst>
      <p:ext uri="{BB962C8B-B14F-4D97-AF65-F5344CB8AC3E}">
        <p14:creationId xmlns:p14="http://schemas.microsoft.com/office/powerpoint/2010/main" val="33526387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039F1-2029-22D9-3126-9D7AEBD75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25F006-BF6F-DDE5-21D0-5C6C2A78F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 Protocols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878950C-BE75-B28A-086D-B6B8CD79AB1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2F2F84B-9C89-42E2-B6E3-D87A238FE9BE}" type="slidenum">
              <a:rPr lang="de-DE" smtClean="0"/>
              <a:pPr/>
              <a:t>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15857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EC0ED-54F0-3AFE-6159-D204DA213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8C3178-451C-CF2F-2A2A-7DCB9089C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Why MAC Protocols Matter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514DCA7A-EFBB-0689-C7A2-A5B6F1CB99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176D531-FAF0-DB4D-4AFC-C319C85883C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2F2F84B-9C89-42E2-B6E3-D87A238FE9BE}" type="slidenum">
              <a:rPr lang="de-DE" smtClean="0"/>
              <a:pPr/>
              <a:t>10</a:t>
            </a:fld>
            <a:endParaRPr lang="de-DE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43878A6-DB42-06DD-707A-CC0A2C5081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762" y="1808386"/>
            <a:ext cx="9577710" cy="4283512"/>
          </a:xfrm>
        </p:spPr>
        <p:txBody>
          <a:bodyPr/>
          <a:lstStyle/>
          <a:p>
            <a:r>
              <a:rPr lang="en-US" b="1" dirty="0"/>
              <a:t>Shared Optical Broadcast Medium:</a:t>
            </a:r>
            <a:endParaRPr lang="en-US" dirty="0"/>
          </a:p>
          <a:p>
            <a:r>
              <a:rPr lang="en-US" dirty="0"/>
              <a:t>Unlike point-to-point wired links, the optical channel creates a shared domain where signals can overlap.</a:t>
            </a:r>
          </a:p>
          <a:p>
            <a:r>
              <a:rPr lang="en-US" b="1" dirty="0"/>
              <a:t>Contention Challenges:</a:t>
            </a:r>
            <a:endParaRPr lang="en-US" dirty="0"/>
          </a:p>
          <a:p>
            <a:r>
              <a:rPr lang="en-US" dirty="0"/>
              <a:t>Multiple uncoordinated nodes lead to collisions, forced retransmissions, and variable packet delay.</a:t>
            </a:r>
          </a:p>
          <a:p>
            <a:r>
              <a:rPr lang="en-US" b="1" dirty="0"/>
              <a:t>Satellite TMTC Requirements:</a:t>
            </a:r>
            <a:endParaRPr lang="en-US" dirty="0"/>
          </a:p>
          <a:p>
            <a:r>
              <a:rPr lang="en-US" dirty="0"/>
              <a:t>Telemetry, Tracking, and Command (TMTC) traffic demands high reliability and deterministic timing behavior.</a:t>
            </a:r>
          </a:p>
          <a:p>
            <a:r>
              <a:rPr lang="en-US" dirty="0"/>
              <a:t>MAC design directly impacts critical system parameters: latency, bandwidth efficiency, and energy consumption.</a:t>
            </a:r>
          </a:p>
        </p:txBody>
      </p:sp>
    </p:spTree>
    <p:extLst>
      <p:ext uri="{BB962C8B-B14F-4D97-AF65-F5344CB8AC3E}">
        <p14:creationId xmlns:p14="http://schemas.microsoft.com/office/powerpoint/2010/main" val="20480945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64337-7614-0B03-F2BF-615ABA8B7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7876B4-B75C-4D59-E794-BA250CDDC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408" y="332656"/>
            <a:ext cx="9650411" cy="933456"/>
          </a:xfrm>
        </p:spPr>
        <p:txBody>
          <a:bodyPr/>
          <a:lstStyle/>
          <a:p>
            <a:r>
              <a:rPr lang="en-IN" b="1" dirty="0"/>
              <a:t>MAC Protocols Considered</a:t>
            </a:r>
            <a:endParaRPr lang="en-US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4A9621B6-4525-D5BB-CCD4-EB3DF7C771A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73DA36A-02F1-4362-1DB6-CE74BFC7F3C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2F2F84B-9C89-42E2-B6E3-D87A238FE9BE}" type="slidenum">
              <a:rPr lang="de-DE" smtClean="0"/>
              <a:pPr/>
              <a:t>11</a:t>
            </a:fld>
            <a:endParaRPr lang="de-DE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97E647D-9FC9-D220-67DE-993972647A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384" y="1628800"/>
            <a:ext cx="10225136" cy="4283512"/>
          </a:xfrm>
        </p:spPr>
        <p:txBody>
          <a:bodyPr/>
          <a:lstStyle/>
          <a:p>
            <a:r>
              <a:rPr lang="en-US" b="1" dirty="0"/>
              <a:t>TDMA (</a:t>
            </a:r>
            <a:r>
              <a:rPr lang="en-US" b="1" cap="all" dirty="0"/>
              <a:t>Deterministic)</a:t>
            </a:r>
            <a:endParaRPr lang="en-US" dirty="0"/>
          </a:p>
          <a:p>
            <a:r>
              <a:rPr lang="en-US" dirty="0"/>
              <a:t>Time Division Multiple Access assigns fixed transmission slots to each node within a repeating frame.</a:t>
            </a:r>
          </a:p>
          <a:p>
            <a:r>
              <a:rPr lang="en-US" i="1" dirty="0"/>
              <a:t>Intuition: "Wait for your turn" — collision-free but requires precise synchronization.</a:t>
            </a:r>
          </a:p>
          <a:p>
            <a:r>
              <a:rPr lang="en-US" b="1" dirty="0"/>
              <a:t>CSMA (Simplified) (</a:t>
            </a:r>
            <a:r>
              <a:rPr lang="en-US" b="1" cap="all" dirty="0"/>
              <a:t>Optimistic)</a:t>
            </a:r>
            <a:endParaRPr lang="en-US" dirty="0"/>
          </a:p>
          <a:p>
            <a:r>
              <a:rPr lang="en-US" dirty="0"/>
              <a:t>Carrier Sense Multiple Access listens to the medium; transmits immediately if idle, backs off if busy.</a:t>
            </a:r>
          </a:p>
          <a:p>
            <a:r>
              <a:rPr lang="en-US" i="1" dirty="0"/>
              <a:t>Intuition: "Listen before talking" — reduces collisions but vulnerable to hidden nodes.</a:t>
            </a:r>
          </a:p>
          <a:p>
            <a:r>
              <a:rPr lang="en-US" b="1" dirty="0"/>
              <a:t>Pure ALOHA (</a:t>
            </a:r>
            <a:r>
              <a:rPr lang="en-US" b="1" cap="all" dirty="0"/>
              <a:t>Random Access)</a:t>
            </a:r>
            <a:endParaRPr lang="en-US" dirty="0"/>
          </a:p>
          <a:p>
            <a:r>
              <a:rPr lang="en-US" dirty="0"/>
              <a:t>Uncoordinated access where nodes transmit immediately upon packet generation; retransmits after random delay if collision occurs.</a:t>
            </a:r>
          </a:p>
          <a:p>
            <a:r>
              <a:rPr lang="en-US" i="1" dirty="0"/>
              <a:t>Intuition: "Talk anytime" — simple but inefficient under high traffic load.</a:t>
            </a:r>
          </a:p>
        </p:txBody>
      </p:sp>
    </p:spTree>
    <p:extLst>
      <p:ext uri="{BB962C8B-B14F-4D97-AF65-F5344CB8AC3E}">
        <p14:creationId xmlns:p14="http://schemas.microsoft.com/office/powerpoint/2010/main" val="23148896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392DE-382E-E1CE-85DB-94C4014BE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CECD41-5916-06E3-9747-D7AF0124F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Simulation Overview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EA8057A2-8719-C575-B255-217D1B67241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/>
              <a:t>ACK = acknowledgement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1E26869-3451-1B0D-CB5D-806F2C003E7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2F2F84B-9C89-42E2-B6E3-D87A238FE9BE}" type="slidenum">
              <a:rPr lang="de-DE" smtClean="0"/>
              <a:pPr/>
              <a:t>12</a:t>
            </a:fld>
            <a:endParaRPr lang="de-DE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911D0C4-2AF9-FCAA-29A9-514BA872F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15880" y="1556792"/>
            <a:ext cx="5616624" cy="4283512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Environment:</a:t>
            </a:r>
            <a:r>
              <a:rPr lang="en-IN" dirty="0"/>
              <a:t> </a:t>
            </a:r>
            <a:r>
              <a:rPr lang="en-IN" dirty="0" err="1"/>
              <a:t>OMNeT</a:t>
            </a:r>
            <a:r>
              <a:rPr lang="en-IN" dirty="0"/>
              <a:t>++ discrete-event simulator with INET Framework.</a:t>
            </a:r>
          </a:p>
          <a:p>
            <a:pPr marL="0" indent="0">
              <a:buNone/>
            </a:pPr>
            <a:r>
              <a:rPr lang="en-IN" b="1" dirty="0"/>
              <a:t>Node Architecture: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• Application: Packet generation (exponential inter-arrival)</a:t>
            </a:r>
          </a:p>
          <a:p>
            <a:pPr marL="0" indent="0">
              <a:buNone/>
            </a:pPr>
            <a:r>
              <a:rPr lang="en-IN" dirty="0"/>
              <a:t>• MAC Layer: TDMA, Simplified CSMA, Pure ALOHA</a:t>
            </a:r>
          </a:p>
          <a:p>
            <a:pPr marL="0" indent="0">
              <a:buNone/>
            </a:pPr>
            <a:r>
              <a:rPr lang="en-IN" dirty="0"/>
              <a:t>• Channel Interface: Abstracts physical light medium</a:t>
            </a:r>
          </a:p>
          <a:p>
            <a:pPr marL="0" indent="0">
              <a:buNone/>
            </a:pPr>
            <a:r>
              <a:rPr lang="en-IN" b="1" dirty="0"/>
              <a:t>Channel Model:</a:t>
            </a:r>
            <a:r>
              <a:rPr lang="en-IN" dirty="0"/>
              <a:t> Single shared Line-of-Sight (LOS) optical medium.</a:t>
            </a:r>
          </a:p>
          <a:p>
            <a:pPr marL="0" indent="0">
              <a:buNone/>
            </a:pPr>
            <a:r>
              <a:rPr lang="en-IN" i="1" dirty="0"/>
              <a:t>Note: No multipath (confined metallic interior assumption).</a:t>
            </a:r>
          </a:p>
          <a:p>
            <a:pPr marL="0" indent="0">
              <a:buNone/>
            </a:pPr>
            <a:r>
              <a:rPr lang="en-IN" b="1" dirty="0"/>
              <a:t>Topology &amp; Scope: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• Static ring connectivity logic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4B1F7B-95DC-AE7E-7274-9B6F7F88E7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2300667"/>
            <a:ext cx="4713854" cy="3047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8442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70606-71A8-88EF-49C4-FFEC48DD6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CF96B6-EEF1-50C6-1854-626435E77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System Model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318F31A4-B981-0D00-07F6-B57646288A9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7B78060-7379-39E3-6768-FA608A3CA62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2F2F84B-9C89-42E2-B6E3-D87A238FE9BE}" type="slidenum">
              <a:rPr lang="de-DE" smtClean="0"/>
              <a:pPr/>
              <a:t>13</a:t>
            </a:fld>
            <a:endParaRPr lang="de-DE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EA946D8-4BDF-C142-04EB-8726FD998C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384" y="1628800"/>
            <a:ext cx="9937104" cy="4788532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Optical </a:t>
            </a:r>
            <a:r>
              <a:rPr lang="en-IN" b="1" dirty="0" err="1"/>
              <a:t>LiFi</a:t>
            </a:r>
            <a:r>
              <a:rPr lang="en-IN" b="1" dirty="0"/>
              <a:t> Channel:</a:t>
            </a:r>
            <a:endParaRPr lang="en-IN" dirty="0"/>
          </a:p>
          <a:p>
            <a:r>
              <a:rPr lang="en-IN" dirty="0"/>
              <a:t>Strict Line-of-Sight (LOS) propagation model.</a:t>
            </a:r>
          </a:p>
          <a:p>
            <a:r>
              <a:rPr lang="en-IN" dirty="0"/>
              <a:t>Max communication range: 3 m (conservative spacecraft interior).</a:t>
            </a:r>
          </a:p>
          <a:p>
            <a:pPr marL="0" indent="0">
              <a:buNone/>
            </a:pPr>
            <a:r>
              <a:rPr lang="en-IN" b="1" dirty="0"/>
              <a:t>Network Topology:</a:t>
            </a:r>
            <a:endParaRPr lang="en-IN" dirty="0"/>
          </a:p>
          <a:p>
            <a:r>
              <a:rPr lang="en-IN" dirty="0"/>
              <a:t>Static ring topology connecting 4, 6, or 8 nodes.</a:t>
            </a:r>
          </a:p>
          <a:p>
            <a:r>
              <a:rPr lang="en-IN" dirty="0"/>
              <a:t>Nodes forward packets hop-by-hop to destination.</a:t>
            </a:r>
          </a:p>
          <a:p>
            <a:pPr marL="0" indent="0">
              <a:buNone/>
            </a:pPr>
            <a:r>
              <a:rPr lang="en-IN" b="1" dirty="0"/>
              <a:t>Traffic Generation (Poisson Process):</a:t>
            </a:r>
            <a:endParaRPr lang="en-IN" dirty="0"/>
          </a:p>
          <a:p>
            <a:r>
              <a:rPr lang="en-IN" dirty="0"/>
              <a:t>Inter-arrival times: 0.2s (Low), 0.1s (Medium), 0.05s (High Load).</a:t>
            </a:r>
          </a:p>
          <a:p>
            <a:r>
              <a:rPr lang="en-IN" dirty="0"/>
              <a:t>Note: Per-hop forwarding means total MAC transmissions &gt; total generated packets.</a:t>
            </a:r>
          </a:p>
        </p:txBody>
      </p:sp>
    </p:spTree>
    <p:extLst>
      <p:ext uri="{BB962C8B-B14F-4D97-AF65-F5344CB8AC3E}">
        <p14:creationId xmlns:p14="http://schemas.microsoft.com/office/powerpoint/2010/main" val="16699762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8F362-F766-76A7-455C-9C237660B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036D2F-B590-815C-DCE2-0664892AC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Performance Metrics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3DC4B5D6-3F7B-6105-FB58-7046097DAB4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4CD0682-47A9-0922-3458-55C0921D2A1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2F2F84B-9C89-42E2-B6E3-D87A238FE9BE}" type="slidenum">
              <a:rPr lang="de-DE" smtClean="0"/>
              <a:pPr/>
              <a:t>14</a:t>
            </a:fld>
            <a:endParaRPr lang="de-DE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B54D8DB-F0D7-39B7-A1D5-52AAB9651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384" y="1628800"/>
            <a:ext cx="6624736" cy="4788532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Packet Delivery Ratio (PDR):</a:t>
            </a:r>
            <a:endParaRPr lang="en-US" dirty="0"/>
          </a:p>
          <a:p>
            <a:r>
              <a:rPr lang="en-US" dirty="0"/>
              <a:t>Primary reliability metric: </a:t>
            </a:r>
            <a:r>
              <a:rPr lang="en-US" b="1" i="1" dirty="0" err="1"/>
              <a:t>N</a:t>
            </a:r>
            <a:r>
              <a:rPr lang="en-US" b="1" i="1" baseline="-25000" dirty="0" err="1"/>
              <a:t>delivered</a:t>
            </a:r>
            <a:r>
              <a:rPr lang="en-US" b="1" i="1" dirty="0"/>
              <a:t> / </a:t>
            </a:r>
            <a:r>
              <a:rPr lang="en-US" b="1" i="1" dirty="0" err="1"/>
              <a:t>N</a:t>
            </a:r>
            <a:r>
              <a:rPr lang="en-US" b="1" i="1" baseline="-25000" dirty="0" err="1"/>
              <a:t>generated</a:t>
            </a:r>
            <a:endParaRPr lang="en-US" dirty="0"/>
          </a:p>
          <a:p>
            <a:r>
              <a:rPr lang="en-US" dirty="0"/>
              <a:t>Critical for command &amp; control (TMTC) traffic.</a:t>
            </a:r>
          </a:p>
          <a:p>
            <a:pPr marL="0" indent="0">
              <a:buNone/>
            </a:pPr>
            <a:r>
              <a:rPr lang="en-US" b="1" dirty="0"/>
              <a:t>Collision Count:</a:t>
            </a:r>
            <a:endParaRPr lang="en-US" dirty="0"/>
          </a:p>
          <a:p>
            <a:r>
              <a:rPr lang="en-US" dirty="0"/>
              <a:t>Number of packets lost due to overlapping optical signals on the shared channel.</a:t>
            </a:r>
          </a:p>
          <a:p>
            <a:pPr marL="0" indent="0">
              <a:buNone/>
            </a:pPr>
            <a:r>
              <a:rPr lang="en-US" b="1" dirty="0"/>
              <a:t>Transmission Overhead:</a:t>
            </a:r>
            <a:endParaRPr lang="en-US" dirty="0"/>
          </a:p>
          <a:p>
            <a:r>
              <a:rPr lang="en-US" dirty="0"/>
              <a:t>Ratio of MAC transmission attempts to generated packets.</a:t>
            </a:r>
          </a:p>
          <a:p>
            <a:r>
              <a:rPr lang="en-US" dirty="0"/>
              <a:t>Indicates energy efficiency; retransmissions waste power.</a:t>
            </a:r>
          </a:p>
          <a:p>
            <a:pPr marL="0" indent="0">
              <a:buNone/>
            </a:pPr>
            <a:r>
              <a:rPr lang="en-US" b="1" dirty="0"/>
              <a:t>Throughput &amp; Fairness:</a:t>
            </a:r>
            <a:endParaRPr lang="en-US" dirty="0"/>
          </a:p>
          <a:p>
            <a:r>
              <a:rPr lang="en-US" dirty="0"/>
              <a:t>Successful data rate and distribution of access among nodes.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9C4612-CADB-B18C-DD66-2251440824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4072" y="1628800"/>
            <a:ext cx="3729737" cy="4081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5193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AAF44-C675-9C8F-2DCC-A9021ABDF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078F99-AE1D-D86D-1AA2-BD6AF9772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Baseline High-Load Results (4 Nodes)</a:t>
            </a:r>
            <a:endParaRPr lang="en-IN" b="1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3D8B442-0F60-1EB7-7B37-08D819D664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8610175-CF86-FFE7-D80A-ADEDCB2969F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2F2F84B-9C89-42E2-B6E3-D87A238FE9BE}" type="slidenum">
              <a:rPr lang="de-DE" smtClean="0"/>
              <a:pPr/>
              <a:t>15</a:t>
            </a:fld>
            <a:endParaRPr lang="de-DE" dirty="0"/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8605F1D3-27D5-1DE2-2D7A-2A92258EE8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0124745"/>
              </p:ext>
            </p:extLst>
          </p:nvPr>
        </p:nvGraphicFramePr>
        <p:xfrm>
          <a:off x="1178464" y="1538617"/>
          <a:ext cx="8827008" cy="2286000"/>
        </p:xfrm>
        <a:graphic>
          <a:graphicData uri="http://schemas.openxmlformats.org/drawingml/2006/table">
            <a:tbl>
              <a:tblPr/>
              <a:tblGrid>
                <a:gridCol w="2206752">
                  <a:extLst>
                    <a:ext uri="{9D8B030D-6E8A-4147-A177-3AD203B41FA5}">
                      <a16:colId xmlns:a16="http://schemas.microsoft.com/office/drawing/2014/main" val="3846597001"/>
                    </a:ext>
                  </a:extLst>
                </a:gridCol>
                <a:gridCol w="1655064">
                  <a:extLst>
                    <a:ext uri="{9D8B030D-6E8A-4147-A177-3AD203B41FA5}">
                      <a16:colId xmlns:a16="http://schemas.microsoft.com/office/drawing/2014/main" val="3846723340"/>
                    </a:ext>
                  </a:extLst>
                </a:gridCol>
                <a:gridCol w="1655064">
                  <a:extLst>
                    <a:ext uri="{9D8B030D-6E8A-4147-A177-3AD203B41FA5}">
                      <a16:colId xmlns:a16="http://schemas.microsoft.com/office/drawing/2014/main" val="2538638395"/>
                    </a:ext>
                  </a:extLst>
                </a:gridCol>
                <a:gridCol w="1655064">
                  <a:extLst>
                    <a:ext uri="{9D8B030D-6E8A-4147-A177-3AD203B41FA5}">
                      <a16:colId xmlns:a16="http://schemas.microsoft.com/office/drawing/2014/main" val="1264336751"/>
                    </a:ext>
                  </a:extLst>
                </a:gridCol>
                <a:gridCol w="1655064">
                  <a:extLst>
                    <a:ext uri="{9D8B030D-6E8A-4147-A177-3AD203B41FA5}">
                      <a16:colId xmlns:a16="http://schemas.microsoft.com/office/drawing/2014/main" val="38837054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Protocol</a:t>
                      </a:r>
                    </a:p>
                  </a:txBody>
                  <a:tcPr marL="114300" marR="114300" marT="114300" marB="1143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2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Generated Packets</a:t>
                      </a:r>
                    </a:p>
                  </a:txBody>
                  <a:tcPr marL="114300" marR="114300" marT="114300" marB="1143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2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TX Attempts</a:t>
                      </a:r>
                    </a:p>
                  </a:txBody>
                  <a:tcPr marL="114300" marR="114300" marT="114300" marB="1143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2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Collisions</a:t>
                      </a:r>
                    </a:p>
                  </a:txBody>
                  <a:tcPr marL="114300" marR="114300" marT="114300" marB="1143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2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PDR (%)</a:t>
                      </a:r>
                    </a:p>
                  </a:txBody>
                  <a:tcPr marL="114300" marR="114300" marT="114300" marB="1143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2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09722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>
                          <a:solidFill>
                            <a:srgbClr val="334155"/>
                          </a:solidFill>
                          <a:effectLst/>
                        </a:rPr>
                        <a:t>TDMA</a:t>
                      </a:r>
                    </a:p>
                  </a:txBody>
                  <a:tcPr marL="114300" marR="114300" marT="114300" marB="1143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>
                          <a:solidFill>
                            <a:srgbClr val="334155"/>
                          </a:solidFill>
                          <a:effectLst/>
                        </a:rPr>
                        <a:t>798</a:t>
                      </a:r>
                    </a:p>
                  </a:txBody>
                  <a:tcPr marL="114300" marR="114300" marT="114300" marB="1143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>
                          <a:solidFill>
                            <a:srgbClr val="334155"/>
                          </a:solidFill>
                          <a:effectLst/>
                        </a:rPr>
                        <a:t>996</a:t>
                      </a:r>
                    </a:p>
                  </a:txBody>
                  <a:tcPr marL="114300" marR="114300" marT="114300" marB="1143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solidFill>
                            <a:srgbClr val="059669"/>
                          </a:solidFill>
                          <a:effectLst/>
                        </a:rPr>
                        <a:t>0</a:t>
                      </a:r>
                      <a:endParaRPr lang="en-IN" b="0">
                        <a:solidFill>
                          <a:srgbClr val="334155"/>
                        </a:solidFill>
                        <a:effectLst/>
                      </a:endParaRPr>
                    </a:p>
                  </a:txBody>
                  <a:tcPr marL="114300" marR="114300" marT="114300" marB="1143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solidFill>
                            <a:srgbClr val="059669"/>
                          </a:solidFill>
                          <a:effectLst/>
                        </a:rPr>
                        <a:t>100%</a:t>
                      </a:r>
                      <a:endParaRPr lang="en-IN" b="0">
                        <a:solidFill>
                          <a:srgbClr val="334155"/>
                        </a:solidFill>
                        <a:effectLst/>
                      </a:endParaRPr>
                    </a:p>
                  </a:txBody>
                  <a:tcPr marL="114300" marR="114300" marT="114300" marB="1143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556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>
                          <a:solidFill>
                            <a:srgbClr val="334155"/>
                          </a:solidFill>
                          <a:effectLst/>
                        </a:rPr>
                        <a:t>CSMA (simpl.)</a:t>
                      </a:r>
                    </a:p>
                  </a:txBody>
                  <a:tcPr marL="114300" marR="114300" marT="114300" marB="1143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>
                          <a:solidFill>
                            <a:srgbClr val="334155"/>
                          </a:solidFill>
                          <a:effectLst/>
                        </a:rPr>
                        <a:t>798</a:t>
                      </a:r>
                    </a:p>
                  </a:txBody>
                  <a:tcPr marL="114300" marR="114300" marT="114300" marB="1143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>
                          <a:solidFill>
                            <a:srgbClr val="334155"/>
                          </a:solidFill>
                          <a:effectLst/>
                        </a:rPr>
                        <a:t>798</a:t>
                      </a:r>
                    </a:p>
                  </a:txBody>
                  <a:tcPr marL="114300" marR="114300" marT="114300" marB="1143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solidFill>
                            <a:srgbClr val="059669"/>
                          </a:solidFill>
                          <a:effectLst/>
                        </a:rPr>
                        <a:t>0*</a:t>
                      </a:r>
                      <a:endParaRPr lang="en-IN" b="0">
                        <a:solidFill>
                          <a:srgbClr val="334155"/>
                        </a:solidFill>
                        <a:effectLst/>
                      </a:endParaRPr>
                    </a:p>
                  </a:txBody>
                  <a:tcPr marL="114300" marR="114300" marT="114300" marB="1143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solidFill>
                            <a:srgbClr val="059669"/>
                          </a:solidFill>
                          <a:effectLst/>
                        </a:rPr>
                        <a:t>100%*</a:t>
                      </a:r>
                      <a:endParaRPr lang="en-IN" b="0">
                        <a:solidFill>
                          <a:srgbClr val="334155"/>
                        </a:solidFill>
                        <a:effectLst/>
                      </a:endParaRPr>
                    </a:p>
                  </a:txBody>
                  <a:tcPr marL="114300" marR="114300" marT="114300" marB="1143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43544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>
                          <a:solidFill>
                            <a:srgbClr val="334155"/>
                          </a:solidFill>
                          <a:effectLst/>
                        </a:rPr>
                        <a:t>Pure ALOHA</a:t>
                      </a:r>
                    </a:p>
                  </a:txBody>
                  <a:tcPr marL="114300" marR="114300" marT="114300" marB="1143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>
                          <a:solidFill>
                            <a:srgbClr val="334155"/>
                          </a:solidFill>
                          <a:effectLst/>
                        </a:rPr>
                        <a:t>800</a:t>
                      </a:r>
                    </a:p>
                  </a:txBody>
                  <a:tcPr marL="114300" marR="114300" marT="114300" marB="1143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solidFill>
                            <a:srgbClr val="DC2626"/>
                          </a:solidFill>
                          <a:effectLst/>
                        </a:rPr>
                        <a:t>1426</a:t>
                      </a:r>
                      <a:endParaRPr lang="en-IN" b="0">
                        <a:solidFill>
                          <a:srgbClr val="334155"/>
                        </a:solidFill>
                        <a:effectLst/>
                      </a:endParaRPr>
                    </a:p>
                  </a:txBody>
                  <a:tcPr marL="114300" marR="114300" marT="114300" marB="1143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solidFill>
                            <a:srgbClr val="DC2626"/>
                          </a:solidFill>
                          <a:effectLst/>
                        </a:rPr>
                        <a:t>406</a:t>
                      </a:r>
                      <a:endParaRPr lang="en-IN" b="0">
                        <a:solidFill>
                          <a:srgbClr val="334155"/>
                        </a:solidFill>
                        <a:effectLst/>
                      </a:endParaRPr>
                    </a:p>
                  </a:txBody>
                  <a:tcPr marL="114300" marR="114300" marT="114300" marB="1143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rgbClr val="DC2626"/>
                          </a:solidFill>
                          <a:effectLst/>
                        </a:rPr>
                        <a:t>71%</a:t>
                      </a:r>
                      <a:endParaRPr lang="en-IN" b="0" dirty="0">
                        <a:solidFill>
                          <a:srgbClr val="334155"/>
                        </a:solidFill>
                        <a:effectLst/>
                      </a:endParaRPr>
                    </a:p>
                  </a:txBody>
                  <a:tcPr marL="114300" marR="114300" marT="114300" marB="1143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519419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35DE330-7135-6DD3-965B-B7E9A5F15D19}"/>
              </a:ext>
            </a:extLst>
          </p:cNvPr>
          <p:cNvSpPr txBox="1"/>
          <p:nvPr/>
        </p:nvSpPr>
        <p:spPr>
          <a:xfrm>
            <a:off x="1271488" y="3824617"/>
            <a:ext cx="612065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0" i="1" dirty="0">
                <a:solidFill>
                  <a:srgbClr val="64748B"/>
                </a:solidFill>
                <a:effectLst/>
                <a:latin typeface="Roboto" panose="02000000000000000000" pitchFamily="2" charset="0"/>
              </a:rPr>
              <a:t> Note: Simplified CSMA results are optimistic (no ACK/retransmission overhead modeled here).</a:t>
            </a:r>
            <a:endParaRPr lang="en-IN" sz="11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CF96AFB-247A-A496-2A79-FAF6F20B4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385" y="4552418"/>
            <a:ext cx="9429165" cy="138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1819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8CE3B-33A4-6D5B-18D6-0E333D4A0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0067D2-53A7-BDF3-1849-27A84E8D4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Traffic Load Variation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B8E4BB04-697A-22F5-2215-E3863AC15DA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DF3F461-D382-0F17-CC45-B5D4BA13170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2F2F84B-9C89-42E2-B6E3-D87A238FE9BE}" type="slidenum">
              <a:rPr lang="de-DE" smtClean="0"/>
              <a:pPr/>
              <a:t>16</a:t>
            </a:fld>
            <a:endParaRPr lang="de-DE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18984C5-CAC4-F10B-01FC-0BFB28F65D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" y="1772816"/>
            <a:ext cx="5753100" cy="1933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DDB610C6-D3A6-08E3-E2CB-18430C01C7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376" y="4095074"/>
            <a:ext cx="5753100" cy="1933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E3E687A-8EDA-E71E-1ACC-B01C1E04FA30}"/>
              </a:ext>
            </a:extLst>
          </p:cNvPr>
          <p:cNvSpPr txBox="1"/>
          <p:nvPr/>
        </p:nvSpPr>
        <p:spPr>
          <a:xfrm>
            <a:off x="6067110" y="1534492"/>
            <a:ext cx="4637402" cy="4478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0"/>
              </a:spcAft>
              <a:buFont typeface="Arial" panose="020B0604020202020204" pitchFamily="34" charset="0"/>
              <a:buChar char="•"/>
            </a:pPr>
            <a:r>
              <a:rPr lang="en-US" sz="1400" b="1" i="0" dirty="0">
                <a:solidFill>
                  <a:srgbClr val="00629B"/>
                </a:solidFill>
                <a:effectLst/>
                <a:latin typeface="Roboto" panose="02000000000000000000" pitchFamily="2" charset="0"/>
              </a:rPr>
              <a:t>TDMA Stability:</a:t>
            </a:r>
            <a:r>
              <a:rPr lang="en-US" sz="1400" b="0" i="0" dirty="0">
                <a:solidFill>
                  <a:srgbClr val="334155"/>
                </a:solidFill>
                <a:effectLst/>
                <a:latin typeface="Roboto" panose="02000000000000000000" pitchFamily="2" charset="0"/>
              </a:rPr>
              <a:t> Overhead is constant across loads.</a:t>
            </a:r>
          </a:p>
          <a:p>
            <a:pPr algn="l">
              <a:spcBef>
                <a:spcPts val="750"/>
              </a:spcBef>
              <a:spcAft>
                <a:spcPts val="3000"/>
              </a:spcAft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64748B"/>
                </a:solidFill>
                <a:effectLst/>
                <a:latin typeface="Roboto" panose="02000000000000000000" pitchFamily="2" charset="0"/>
              </a:rPr>
              <a:t>Slots are fixed by schedule; unaffected by traffic spikes, ensuring predictable behavior.</a:t>
            </a:r>
          </a:p>
          <a:p>
            <a:pPr algn="l">
              <a:spcAft>
                <a:spcPts val="3000"/>
              </a:spcAft>
              <a:buFont typeface="Arial" panose="020B0604020202020204" pitchFamily="34" charset="0"/>
              <a:buChar char="•"/>
            </a:pPr>
            <a:r>
              <a:rPr lang="en-US" sz="1400" b="1" i="0" dirty="0">
                <a:solidFill>
                  <a:srgbClr val="EF4444"/>
                </a:solidFill>
                <a:effectLst/>
                <a:latin typeface="Roboto" panose="02000000000000000000" pitchFamily="2" charset="0"/>
              </a:rPr>
              <a:t>ALOHA Instability:</a:t>
            </a:r>
            <a:r>
              <a:rPr lang="en-US" sz="1400" b="0" i="0" dirty="0">
                <a:solidFill>
                  <a:srgbClr val="334155"/>
                </a:solidFill>
                <a:effectLst/>
                <a:latin typeface="Roboto" panose="02000000000000000000" pitchFamily="2" charset="0"/>
              </a:rPr>
              <a:t> Collisions explode as load increases.</a:t>
            </a:r>
          </a:p>
          <a:p>
            <a:pPr algn="l">
              <a:spcBef>
                <a:spcPts val="750"/>
              </a:spcBef>
              <a:spcAft>
                <a:spcPts val="3000"/>
              </a:spcAft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64748B"/>
                </a:solidFill>
                <a:effectLst/>
                <a:latin typeface="Roboto" panose="02000000000000000000" pitchFamily="2" charset="0"/>
              </a:rPr>
              <a:t>Even at low load (0.2s), &gt;200 collisions occur. High retransmission overhead wastes energy.</a:t>
            </a:r>
          </a:p>
          <a:p>
            <a:pPr algn="l">
              <a:spcAft>
                <a:spcPts val="3000"/>
              </a:spcAft>
              <a:buFont typeface="Arial" panose="020B0604020202020204" pitchFamily="34" charset="0"/>
              <a:buChar char="•"/>
            </a:pPr>
            <a:r>
              <a:rPr lang="en-US" sz="1400" b="1" i="0" dirty="0">
                <a:solidFill>
                  <a:srgbClr val="334155"/>
                </a:solidFill>
                <a:effectLst/>
                <a:latin typeface="Roboto" panose="02000000000000000000" pitchFamily="2" charset="0"/>
              </a:rPr>
              <a:t>CSMA Baseline:</a:t>
            </a:r>
            <a:r>
              <a:rPr lang="en-US" sz="1400" b="0" i="0" dirty="0">
                <a:solidFill>
                  <a:srgbClr val="334155"/>
                </a:solidFill>
                <a:effectLst/>
                <a:latin typeface="Roboto" panose="02000000000000000000" pitchFamily="2" charset="0"/>
              </a:rPr>
              <a:t> Optimistic model shows ideal scaling.</a:t>
            </a:r>
          </a:p>
          <a:p>
            <a:pPr algn="l">
              <a:spcBef>
                <a:spcPts val="750"/>
              </a:spcBef>
              <a:spcAft>
                <a:spcPts val="3000"/>
              </a:spcAft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64748B"/>
                </a:solidFill>
                <a:effectLst/>
                <a:latin typeface="Roboto" panose="02000000000000000000" pitchFamily="2" charset="0"/>
              </a:rPr>
              <a:t>In reality, hidden nodes would degrade this performance (see next slides).</a:t>
            </a:r>
          </a:p>
        </p:txBody>
      </p:sp>
    </p:spTree>
    <p:extLst>
      <p:ext uri="{BB962C8B-B14F-4D97-AF65-F5344CB8AC3E}">
        <p14:creationId xmlns:p14="http://schemas.microsoft.com/office/powerpoint/2010/main" val="36740073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D8F0D-31FD-4854-BB6D-23D76E7BB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4C529B-DF1F-77BC-662D-1A6520334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TDMA Node Scaling</a:t>
            </a:r>
            <a:endParaRPr lang="en-IN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B0D6DD31-045C-04BC-71CC-AA8A3D7B15B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110CA80-235E-5654-E92F-B64D2BBF3C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2F2F84B-9C89-42E2-B6E3-D87A238FE9BE}" type="slidenum">
              <a:rPr lang="de-DE" smtClean="0"/>
              <a:pPr/>
              <a:t>17</a:t>
            </a:fld>
            <a:endParaRPr lang="de-DE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DF39A2B-87B2-71BE-0A45-867414D9DF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385" y="1628800"/>
            <a:ext cx="5976664" cy="4283512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Evaluation Scenario:</a:t>
            </a:r>
            <a:r>
              <a:rPr lang="en-US" dirty="0"/>
              <a:t> Tested scalability by increasing node count from 4 → 6 → 8 under high traffic load.</a:t>
            </a:r>
          </a:p>
          <a:p>
            <a:pPr marL="0" indent="0">
              <a:buNone/>
            </a:pPr>
            <a:r>
              <a:rPr lang="en-US" b="1" dirty="0"/>
              <a:t>Traffic Growth:</a:t>
            </a:r>
            <a:endParaRPr lang="en-US" dirty="0"/>
          </a:p>
          <a:p>
            <a:r>
              <a:rPr lang="en-US" dirty="0"/>
              <a:t>Total generated packets scale linearly (798 → 1554).</a:t>
            </a:r>
          </a:p>
          <a:p>
            <a:pPr marL="0" indent="0">
              <a:buNone/>
            </a:pPr>
            <a:r>
              <a:rPr lang="en-US" b="1" dirty="0"/>
              <a:t>Bounded Overhead:</a:t>
            </a:r>
            <a:endParaRPr lang="en-US" dirty="0"/>
          </a:p>
          <a:p>
            <a:r>
              <a:rPr lang="en-US" dirty="0"/>
              <a:t>Transmission attempts remain bounded (~940) by the fixed frame schedule, regardless of increased demand.</a:t>
            </a:r>
          </a:p>
          <a:p>
            <a:pPr marL="0" indent="0">
              <a:buNone/>
            </a:pPr>
            <a:r>
              <a:rPr lang="en-US" b="1" dirty="0"/>
              <a:t>Perfect Reliability:</a:t>
            </a:r>
            <a:endParaRPr lang="en-US" dirty="0"/>
          </a:p>
          <a:p>
            <a:r>
              <a:rPr lang="en-US" dirty="0"/>
              <a:t>Maintained </a:t>
            </a:r>
            <a:r>
              <a:rPr lang="en-US" b="1" dirty="0"/>
              <a:t>Zero Collisions</a:t>
            </a:r>
            <a:r>
              <a:rPr lang="en-US" dirty="0"/>
              <a:t> and </a:t>
            </a:r>
            <a:r>
              <a:rPr lang="en-US" b="1" dirty="0"/>
              <a:t>100% PDR</a:t>
            </a:r>
            <a:r>
              <a:rPr lang="en-US" dirty="0"/>
              <a:t> across all configurations.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AE743B7C-D40C-E3CC-90E3-05A456C3DF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994" y="2163966"/>
            <a:ext cx="4114800" cy="333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01001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94429-E578-E67D-D7A2-3C72FF0F6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4E6C36-4C92-F2B4-6343-5838D12A0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Hidden Node Problem: Intuition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AAFC1340-F3FF-F05A-8F30-E9D80CD218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BB6B807-A198-3FD9-CF5C-8CBF0094C32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2F2F84B-9C89-42E2-B6E3-D87A238FE9BE}" type="slidenum">
              <a:rPr lang="de-DE" smtClean="0"/>
              <a:pPr/>
              <a:t>18</a:t>
            </a:fld>
            <a:endParaRPr lang="de-DE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15A4E8B-1A05-03FE-DCFA-6B01EE8C00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384" y="1628800"/>
            <a:ext cx="9650411" cy="4283512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What is a Hidden Node?</a:t>
            </a:r>
            <a:endParaRPr lang="en-US" dirty="0"/>
          </a:p>
          <a:p>
            <a:r>
              <a:rPr lang="en-US" dirty="0"/>
              <a:t>Two transmitters (A &amp; B) are out of range of each other but share a common receiver (C).</a:t>
            </a:r>
          </a:p>
          <a:p>
            <a:pPr marL="0" indent="0">
              <a:buNone/>
            </a:pPr>
            <a:r>
              <a:rPr lang="en-US" b="1" dirty="0"/>
              <a:t>The Core Conflict:</a:t>
            </a:r>
            <a:endParaRPr lang="en-US" dirty="0"/>
          </a:p>
          <a:p>
            <a:r>
              <a:rPr lang="en-US" dirty="0"/>
              <a:t>Carrier Sensing (CSMA) fails because A cannot "hear" B transmitting.</a:t>
            </a:r>
          </a:p>
          <a:p>
            <a:r>
              <a:rPr lang="en-US" dirty="0"/>
              <a:t>Both transmit simultaneously, leading to destructive interference at C.</a:t>
            </a:r>
          </a:p>
          <a:p>
            <a:pPr marL="0" indent="0">
              <a:buNone/>
            </a:pPr>
            <a:r>
              <a:rPr lang="en-US" b="1" dirty="0"/>
              <a:t>Relevance to Satellites:</a:t>
            </a:r>
            <a:endParaRPr lang="en-US" dirty="0"/>
          </a:p>
          <a:p>
            <a:r>
              <a:rPr lang="en-US" dirty="0"/>
              <a:t>Even in confined spacecraft, internal structures or component placement can block Line-of-Sight (LOS).</a:t>
            </a:r>
          </a:p>
        </p:txBody>
      </p:sp>
    </p:spTree>
    <p:extLst>
      <p:ext uri="{BB962C8B-B14F-4D97-AF65-F5344CB8AC3E}">
        <p14:creationId xmlns:p14="http://schemas.microsoft.com/office/powerpoint/2010/main" val="29389241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0CE3A-21BF-0414-F952-9B2041962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526557-A5E3-2FBC-B1D5-C56CABF5C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Hidden Node Topology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450D407A-B68A-0034-E7D4-DFAB536BC9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BAD7DF6-C100-2BAB-844C-C7245594E01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2F2F84B-9C89-42E2-B6E3-D87A238FE9BE}" type="slidenum">
              <a:rPr lang="de-DE" smtClean="0"/>
              <a:pPr/>
              <a:t>19</a:t>
            </a:fld>
            <a:endParaRPr lang="de-DE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11EF5A-46C8-E7C8-FEBC-672BE0285B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384" y="1628800"/>
            <a:ext cx="9650411" cy="4283512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The Scenario:</a:t>
            </a:r>
            <a:endParaRPr lang="en-US" dirty="0"/>
          </a:p>
          <a:p>
            <a:r>
              <a:rPr lang="en-US" dirty="0"/>
              <a:t>Nodes A and B are transmitters targeting a common receiver C.</a:t>
            </a:r>
          </a:p>
          <a:p>
            <a:r>
              <a:rPr lang="en-US" dirty="0"/>
              <a:t>Nodes are physically separated such that A and B cannot detect each other's optical signals.</a:t>
            </a:r>
          </a:p>
          <a:p>
            <a:pPr marL="0" indent="0">
              <a:buNone/>
            </a:pPr>
            <a:r>
              <a:rPr lang="en-US" b="1" dirty="0"/>
              <a:t>CSMA Failure Mode:</a:t>
            </a:r>
            <a:endParaRPr lang="en-US" dirty="0"/>
          </a:p>
          <a:p>
            <a:r>
              <a:rPr lang="en-US" dirty="0"/>
              <a:t>Node A checks channel: </a:t>
            </a:r>
            <a:r>
              <a:rPr lang="en-US" b="1" dirty="0"/>
              <a:t>"IDLE"</a:t>
            </a:r>
            <a:r>
              <a:rPr lang="en-US" dirty="0"/>
              <a:t> (cannot see B).</a:t>
            </a:r>
          </a:p>
          <a:p>
            <a:r>
              <a:rPr lang="en-US" dirty="0"/>
              <a:t>Node B checks channel: </a:t>
            </a:r>
            <a:r>
              <a:rPr lang="en-US" b="1" dirty="0"/>
              <a:t>"IDLE"</a:t>
            </a:r>
            <a:r>
              <a:rPr lang="en-US" dirty="0"/>
              <a:t> (cannot see A).</a:t>
            </a:r>
          </a:p>
          <a:p>
            <a:r>
              <a:rPr lang="en-US" dirty="0"/>
              <a:t>Both transmit  Signals overlap at C.</a:t>
            </a:r>
          </a:p>
          <a:p>
            <a:pPr marL="0" indent="0">
              <a:buNone/>
            </a:pPr>
            <a:r>
              <a:rPr lang="en-US" b="1" dirty="0"/>
              <a:t>Impact:</a:t>
            </a:r>
            <a:endParaRPr lang="en-US" dirty="0"/>
          </a:p>
          <a:p>
            <a:r>
              <a:rPr lang="en-US" dirty="0"/>
              <a:t>Destructive collision at Receiver C.</a:t>
            </a:r>
          </a:p>
          <a:p>
            <a:r>
              <a:rPr lang="en-US" dirty="0"/>
              <a:t>High packet loss despite "Carrier Sensing".</a:t>
            </a:r>
          </a:p>
          <a:p>
            <a:pPr marL="0" indent="0">
              <a:buNone/>
            </a:pPr>
            <a:r>
              <a:rPr lang="en-US" b="1" dirty="0"/>
              <a:t>TDMA Advantage:</a:t>
            </a:r>
            <a:r>
              <a:rPr lang="en-US" dirty="0"/>
              <a:t> Deterministic slots prevent A and B from ever transmitting in the same time window, regardless of visibility.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88637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9403E-AC27-1648-BCEC-660A6C7C8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52DEF8-5722-3762-66C1-F6376DF00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Hidden Node Results (High Load, 4 Nodes)</a:t>
            </a:r>
            <a:endParaRPr lang="en-IN" b="1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3F2A37E8-AB1B-48C3-ABC7-DB4ACA5485D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AB67E80-7BDE-E486-DAB7-41F08016A46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2F2F84B-9C89-42E2-B6E3-D87A238FE9BE}" type="slidenum">
              <a:rPr lang="de-DE" smtClean="0"/>
              <a:pPr/>
              <a:t>20</a:t>
            </a:fld>
            <a:endParaRPr lang="de-DE" dirty="0"/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55769687-6DDD-7768-59B6-3DDED71986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4916540"/>
              </p:ext>
            </p:extLst>
          </p:nvPr>
        </p:nvGraphicFramePr>
        <p:xfrm>
          <a:off x="929535" y="1700808"/>
          <a:ext cx="8827009" cy="2011680"/>
        </p:xfrm>
        <a:graphic>
          <a:graphicData uri="http://schemas.openxmlformats.org/drawingml/2006/table">
            <a:tbl>
              <a:tblPr/>
              <a:tblGrid>
                <a:gridCol w="3530724">
                  <a:extLst>
                    <a:ext uri="{9D8B030D-6E8A-4147-A177-3AD203B41FA5}">
                      <a16:colId xmlns:a16="http://schemas.microsoft.com/office/drawing/2014/main" val="2504191163"/>
                    </a:ext>
                  </a:extLst>
                </a:gridCol>
                <a:gridCol w="2648047">
                  <a:extLst>
                    <a:ext uri="{9D8B030D-6E8A-4147-A177-3AD203B41FA5}">
                      <a16:colId xmlns:a16="http://schemas.microsoft.com/office/drawing/2014/main" val="2765313373"/>
                    </a:ext>
                  </a:extLst>
                </a:gridCol>
                <a:gridCol w="2648238">
                  <a:extLst>
                    <a:ext uri="{9D8B030D-6E8A-4147-A177-3AD203B41FA5}">
                      <a16:colId xmlns:a16="http://schemas.microsoft.com/office/drawing/2014/main" val="5842876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Protocol</a:t>
                      </a:r>
                    </a:p>
                  </a:txBody>
                  <a:tcPr marL="114300" marR="114300" marT="114300" marB="1143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2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Collisions</a:t>
                      </a:r>
                    </a:p>
                  </a:txBody>
                  <a:tcPr marL="114300" marR="114300" marT="114300" marB="1143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2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PDR (%)</a:t>
                      </a:r>
                    </a:p>
                  </a:txBody>
                  <a:tcPr marL="114300" marR="114300" marT="114300" marB="1143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2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47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>
                          <a:solidFill>
                            <a:srgbClr val="334155"/>
                          </a:solidFill>
                          <a:effectLst/>
                        </a:rPr>
                        <a:t>TDMA</a:t>
                      </a:r>
                    </a:p>
                  </a:txBody>
                  <a:tcPr marL="114300" marR="114300" marT="114300" marB="1143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solidFill>
                            <a:srgbClr val="059669"/>
                          </a:solidFill>
                          <a:effectLst/>
                        </a:rPr>
                        <a:t>0</a:t>
                      </a:r>
                      <a:endParaRPr lang="en-IN" b="0">
                        <a:solidFill>
                          <a:srgbClr val="334155"/>
                        </a:solidFill>
                        <a:effectLst/>
                      </a:endParaRPr>
                    </a:p>
                  </a:txBody>
                  <a:tcPr marL="114300" marR="114300" marT="114300" marB="1143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solidFill>
                            <a:srgbClr val="059669"/>
                          </a:solidFill>
                          <a:effectLst/>
                        </a:rPr>
                        <a:t>100%</a:t>
                      </a:r>
                      <a:endParaRPr lang="en-IN" b="0">
                        <a:solidFill>
                          <a:srgbClr val="334155"/>
                        </a:solidFill>
                        <a:effectLst/>
                      </a:endParaRPr>
                    </a:p>
                  </a:txBody>
                  <a:tcPr marL="114300" marR="114300" marT="114300" marB="1143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18724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>
                          <a:solidFill>
                            <a:srgbClr val="334155"/>
                          </a:solidFill>
                          <a:effectLst/>
                        </a:rPr>
                        <a:t>CSMA (no RTS/CTS)</a:t>
                      </a:r>
                    </a:p>
                  </a:txBody>
                  <a:tcPr marL="114300" marR="114300" marT="114300" marB="1143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solidFill>
                            <a:srgbClr val="DC2626"/>
                          </a:solidFill>
                          <a:effectLst/>
                        </a:rPr>
                        <a:t>387</a:t>
                      </a:r>
                      <a:endParaRPr lang="en-IN" b="0">
                        <a:solidFill>
                          <a:srgbClr val="334155"/>
                        </a:solidFill>
                        <a:effectLst/>
                      </a:endParaRPr>
                    </a:p>
                  </a:txBody>
                  <a:tcPr marL="114300" marR="114300" marT="114300" marB="1143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solidFill>
                            <a:srgbClr val="DC2626"/>
                          </a:solidFill>
                          <a:effectLst/>
                        </a:rPr>
                        <a:t>52%</a:t>
                      </a:r>
                      <a:r>
                        <a:rPr lang="en-IN" b="0">
                          <a:solidFill>
                            <a:srgbClr val="334155"/>
                          </a:solidFill>
                          <a:effectLst/>
                        </a:rPr>
                        <a:t> </a:t>
                      </a:r>
                      <a:r>
                        <a:rPr lang="en-IN" b="0">
                          <a:solidFill>
                            <a:srgbClr val="DC2626"/>
                          </a:solidFill>
                          <a:effectLst/>
                        </a:rPr>
                        <a:t>▼ (was 100%)</a:t>
                      </a:r>
                      <a:endParaRPr lang="en-IN" b="0">
                        <a:solidFill>
                          <a:srgbClr val="334155"/>
                        </a:solidFill>
                        <a:effectLst/>
                      </a:endParaRPr>
                    </a:p>
                  </a:txBody>
                  <a:tcPr marL="114300" marR="114300" marT="114300" marB="1143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7188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>
                          <a:solidFill>
                            <a:srgbClr val="334155"/>
                          </a:solidFill>
                          <a:effectLst/>
                        </a:rPr>
                        <a:t>Pure ALOHA</a:t>
                      </a:r>
                    </a:p>
                  </a:txBody>
                  <a:tcPr marL="114300" marR="114300" marT="114300" marB="1143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solidFill>
                            <a:srgbClr val="DC2626"/>
                          </a:solidFill>
                          <a:effectLst/>
                        </a:rPr>
                        <a:t>406</a:t>
                      </a:r>
                      <a:endParaRPr lang="en-IN" b="0">
                        <a:solidFill>
                          <a:srgbClr val="334155"/>
                        </a:solidFill>
                        <a:effectLst/>
                      </a:endParaRPr>
                    </a:p>
                  </a:txBody>
                  <a:tcPr marL="114300" marR="114300" marT="114300" marB="1143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rgbClr val="D97706"/>
                          </a:solidFill>
                          <a:effectLst/>
                        </a:rPr>
                        <a:t>71%</a:t>
                      </a:r>
                      <a:endParaRPr lang="en-IN" b="0" dirty="0">
                        <a:solidFill>
                          <a:srgbClr val="334155"/>
                        </a:solidFill>
                        <a:effectLst/>
                      </a:endParaRPr>
                    </a:p>
                  </a:txBody>
                  <a:tcPr marL="114300" marR="114300" marT="114300" marB="1143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366210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D76A87A-7016-E507-2BAF-DBC5094AB627}"/>
              </a:ext>
            </a:extLst>
          </p:cNvPr>
          <p:cNvSpPr txBox="1"/>
          <p:nvPr/>
        </p:nvSpPr>
        <p:spPr>
          <a:xfrm>
            <a:off x="884955" y="3712488"/>
            <a:ext cx="8734133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100" b="0" i="1" dirty="0">
                <a:solidFill>
                  <a:srgbClr val="64748B"/>
                </a:solidFill>
                <a:effectLst/>
                <a:latin typeface="Roboto" panose="02000000000000000000" pitchFamily="2" charset="0"/>
              </a:rPr>
              <a:t>Note: "Hidden node" scenario involves two transmitters (A, B) out of sensing range, transmitting to a common receiver (C).</a:t>
            </a:r>
          </a:p>
          <a:p>
            <a:pPr>
              <a:buNone/>
            </a:pPr>
            <a:br>
              <a:rPr lang="en-US" sz="1100" b="1" i="0" dirty="0">
                <a:solidFill>
                  <a:srgbClr val="047857"/>
                </a:solidFill>
                <a:effectLst/>
                <a:latin typeface="Roboto" panose="02000000000000000000" pitchFamily="2" charset="0"/>
              </a:rPr>
            </a:br>
            <a:endParaRPr lang="en-IN" sz="11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9B33A83-DF8C-0149-61C7-1B2457FD0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573" y="4370582"/>
            <a:ext cx="9624092" cy="144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3943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47D7A-0402-AF60-9873-74DD70A41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DFDCEE-4BDC-90D7-F4CC-42376CD6E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RTS/CTS Mitigation (CSMA)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4FD64D59-109C-4783-DD9B-70870CFAD8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A7F558F-0DC6-5488-4E6B-A6EE3951ABD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2F2F84B-9C89-42E2-B6E3-D87A238FE9BE}" type="slidenum">
              <a:rPr lang="de-DE" smtClean="0"/>
              <a:pPr/>
              <a:t>21</a:t>
            </a:fld>
            <a:endParaRPr lang="de-DE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4BA0762-CBD7-E5D7-39ED-6BF3AA6958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015432"/>
              </p:ext>
            </p:extLst>
          </p:nvPr>
        </p:nvGraphicFramePr>
        <p:xfrm>
          <a:off x="1178463" y="1628800"/>
          <a:ext cx="8827009" cy="2057400"/>
        </p:xfrm>
        <a:graphic>
          <a:graphicData uri="http://schemas.openxmlformats.org/drawingml/2006/table">
            <a:tbl>
              <a:tblPr/>
              <a:tblGrid>
                <a:gridCol w="3089438">
                  <a:extLst>
                    <a:ext uri="{9D8B030D-6E8A-4147-A177-3AD203B41FA5}">
                      <a16:colId xmlns:a16="http://schemas.microsoft.com/office/drawing/2014/main" val="3501732193"/>
                    </a:ext>
                  </a:extLst>
                </a:gridCol>
                <a:gridCol w="1765364">
                  <a:extLst>
                    <a:ext uri="{9D8B030D-6E8A-4147-A177-3AD203B41FA5}">
                      <a16:colId xmlns:a16="http://schemas.microsoft.com/office/drawing/2014/main" val="1746645240"/>
                    </a:ext>
                  </a:extLst>
                </a:gridCol>
                <a:gridCol w="1765364">
                  <a:extLst>
                    <a:ext uri="{9D8B030D-6E8A-4147-A177-3AD203B41FA5}">
                      <a16:colId xmlns:a16="http://schemas.microsoft.com/office/drawing/2014/main" val="1356463728"/>
                    </a:ext>
                  </a:extLst>
                </a:gridCol>
                <a:gridCol w="2206843">
                  <a:extLst>
                    <a:ext uri="{9D8B030D-6E8A-4147-A177-3AD203B41FA5}">
                      <a16:colId xmlns:a16="http://schemas.microsoft.com/office/drawing/2014/main" val="42794958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Variant</a:t>
                      </a:r>
                    </a:p>
                  </a:txBody>
                  <a:tcPr marL="114300" marR="114300" marT="114300" marB="1143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2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PDR (%)</a:t>
                      </a:r>
                    </a:p>
                  </a:txBody>
                  <a:tcPr marL="114300" marR="114300" marT="114300" marB="1143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2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Overhead (%)</a:t>
                      </a:r>
                    </a:p>
                  </a:txBody>
                  <a:tcPr marL="114300" marR="114300" marT="114300" marB="1143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2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Impact</a:t>
                      </a:r>
                    </a:p>
                  </a:txBody>
                  <a:tcPr marL="114300" marR="114300" marT="114300" marB="1143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2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1797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>
                          <a:solidFill>
                            <a:srgbClr val="334155"/>
                          </a:solidFill>
                          <a:effectLst/>
                        </a:rPr>
                        <a:t>CSMA (Hidden Node)</a:t>
                      </a:r>
                    </a:p>
                  </a:txBody>
                  <a:tcPr marL="114300" marR="114300" marT="114300" marB="1143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solidFill>
                            <a:srgbClr val="DC2626"/>
                          </a:solidFill>
                          <a:effectLst/>
                        </a:rPr>
                        <a:t>52%</a:t>
                      </a:r>
                      <a:endParaRPr lang="en-IN" b="0">
                        <a:solidFill>
                          <a:srgbClr val="334155"/>
                        </a:solidFill>
                        <a:effectLst/>
                      </a:endParaRPr>
                    </a:p>
                  </a:txBody>
                  <a:tcPr marL="114300" marR="114300" marT="114300" marB="1143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solidFill>
                            <a:srgbClr val="059669"/>
                          </a:solidFill>
                          <a:effectLst/>
                        </a:rPr>
                        <a:t>0%</a:t>
                      </a:r>
                      <a:endParaRPr lang="en-IN" b="0">
                        <a:solidFill>
                          <a:srgbClr val="334155"/>
                        </a:solidFill>
                        <a:effectLst/>
                      </a:endParaRPr>
                    </a:p>
                  </a:txBody>
                  <a:tcPr marL="114300" marR="114300" marT="114300" marB="1143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>
                          <a:solidFill>
                            <a:srgbClr val="334155"/>
                          </a:solidFill>
                          <a:effectLst/>
                        </a:rPr>
                        <a:t>Severe Collisions</a:t>
                      </a:r>
                    </a:p>
                  </a:txBody>
                  <a:tcPr marL="114300" marR="114300" marT="114300" marB="1143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8007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>
                          <a:solidFill>
                            <a:srgbClr val="334155"/>
                          </a:solidFill>
                          <a:effectLst/>
                        </a:rPr>
                        <a:t>CSMA + RTS/CTS</a:t>
                      </a:r>
                    </a:p>
                  </a:txBody>
                  <a:tcPr marL="114300" marR="114300" marT="114300" marB="1143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solidFill>
                            <a:srgbClr val="059669"/>
                          </a:solidFill>
                          <a:effectLst/>
                        </a:rPr>
                        <a:t>92%</a:t>
                      </a:r>
                      <a:endParaRPr lang="en-IN" b="0">
                        <a:solidFill>
                          <a:srgbClr val="334155"/>
                        </a:solidFill>
                        <a:effectLst/>
                      </a:endParaRPr>
                    </a:p>
                  </a:txBody>
                  <a:tcPr marL="114300" marR="114300" marT="114300" marB="1143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solidFill>
                            <a:srgbClr val="D97706"/>
                          </a:solidFill>
                          <a:effectLst/>
                        </a:rPr>
                        <a:t>15%</a:t>
                      </a:r>
                      <a:endParaRPr lang="en-IN" b="0">
                        <a:solidFill>
                          <a:srgbClr val="334155"/>
                        </a:solidFill>
                        <a:effectLst/>
                      </a:endParaRPr>
                    </a:p>
                  </a:txBody>
                  <a:tcPr marL="114300" marR="114300" marT="114300" marB="1143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dirty="0">
                          <a:solidFill>
                            <a:srgbClr val="334155"/>
                          </a:solidFill>
                          <a:effectLst/>
                        </a:rPr>
                        <a:t>Reliability Restored</a:t>
                      </a:r>
                    </a:p>
                  </a:txBody>
                  <a:tcPr marL="114300" marR="114300" marT="114300" marB="1143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574204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73204D9-B96C-9BED-974B-B9AD2D3E4A15}"/>
              </a:ext>
            </a:extLst>
          </p:cNvPr>
          <p:cNvSpPr txBox="1"/>
          <p:nvPr/>
        </p:nvSpPr>
        <p:spPr>
          <a:xfrm>
            <a:off x="1127448" y="3686200"/>
            <a:ext cx="84969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0" i="1" dirty="0">
                <a:solidFill>
                  <a:srgbClr val="64748B"/>
                </a:solidFill>
                <a:effectLst/>
                <a:latin typeface="Roboto" panose="02000000000000000000" pitchFamily="2" charset="0"/>
              </a:rPr>
              <a:t>* Comparison under high-load hidden-node scenario (Nodes A &amp; B hidden from each other).</a:t>
            </a:r>
            <a:endParaRPr lang="en-IN" sz="11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EDF21E2-C451-5B5B-32DF-E230A004B3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451" y="4534124"/>
            <a:ext cx="9289032" cy="1390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2361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F150E-2251-9169-964C-2ABFBCEFF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E0AC0D-0937-043A-C685-52C3B1BD6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Conclusion &amp; Takeaways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93036D73-6BBB-5766-9D59-B368B7B856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43475A6-0647-8547-DDAE-FD18012A0CB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2F2F84B-9C89-42E2-B6E3-D87A238FE9BE}" type="slidenum">
              <a:rPr lang="de-DE" smtClean="0"/>
              <a:pPr/>
              <a:t>22</a:t>
            </a:fld>
            <a:endParaRPr lang="de-DE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D72B9B5C-AE1D-9DA0-CE9F-8B183AC92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384" y="1628800"/>
            <a:ext cx="9650411" cy="4283512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TDMA is the Preferred Baseline</a:t>
            </a:r>
            <a:endParaRPr lang="en-IN" dirty="0"/>
          </a:p>
          <a:p>
            <a:r>
              <a:rPr lang="en-IN" dirty="0"/>
              <a:t>Provides predictable, collision-free operation essential for mission-critical TMTC traffic.</a:t>
            </a:r>
          </a:p>
          <a:p>
            <a:r>
              <a:rPr lang="en-IN" dirty="0"/>
              <a:t>Robust scaling with node count despite synchronization overhead.</a:t>
            </a:r>
          </a:p>
          <a:p>
            <a:pPr marL="0" indent="0">
              <a:buNone/>
            </a:pPr>
            <a:r>
              <a:rPr lang="en-IN" b="1" dirty="0"/>
              <a:t>Pure ALOHA</a:t>
            </a:r>
            <a:endParaRPr lang="en-IN" dirty="0"/>
          </a:p>
          <a:p>
            <a:r>
              <a:rPr lang="en-IN" dirty="0"/>
              <a:t>Inefficient under moderate-to-high load due to cascading retransmissions and energy waste.</a:t>
            </a:r>
          </a:p>
          <a:p>
            <a:pPr marL="0" indent="0">
              <a:buNone/>
            </a:pPr>
            <a:r>
              <a:rPr lang="en-IN" b="1" dirty="0"/>
              <a:t>CSMA Limitations</a:t>
            </a:r>
            <a:endParaRPr lang="en-IN" dirty="0"/>
          </a:p>
          <a:p>
            <a:r>
              <a:rPr lang="en-IN" dirty="0"/>
              <a:t>Hidden-node collisions </a:t>
            </a:r>
            <a:r>
              <a:rPr lang="en-IN" dirty="0" err="1"/>
              <a:t>severly</a:t>
            </a:r>
            <a:r>
              <a:rPr lang="en-IN" dirty="0"/>
              <a:t> impact reliability (52% PDR) in confined spaces.</a:t>
            </a:r>
          </a:p>
          <a:p>
            <a:r>
              <a:rPr lang="en-IN" dirty="0"/>
              <a:t>RTS/CTS mitigates this (92% PDR) but adds significant control overhead.</a:t>
            </a:r>
          </a:p>
          <a:p>
            <a:endParaRPr lang="en-IN" dirty="0"/>
          </a:p>
          <a:p>
            <a:pPr marL="0" indent="0">
              <a:buNone/>
            </a:pPr>
            <a:r>
              <a:rPr lang="en-US" dirty="0"/>
              <a:t>Even in static, confined spacecraft environments, hidden-node effects are significant, validating the need for deterministic MACs like TDMA.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09051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B74FAB-9406-448E-89B7-39DB45FE6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References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3CA8EF02-8F6E-453E-9830-634888BE450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CA82110-1F1E-6E0F-B2A7-8B8ECFD17C0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2F2F84B-9C89-42E2-B6E3-D87A238FE9BE}" type="slidenum">
              <a:rPr lang="de-DE" smtClean="0"/>
              <a:pPr/>
              <a:t>23</a:t>
            </a:fld>
            <a:endParaRPr lang="de-DE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BBE7F96-ADBC-3848-C3FB-00DC974E79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385" y="1808383"/>
            <a:ext cx="9865790" cy="4284439"/>
          </a:xfrm>
        </p:spPr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en-IN" sz="1100" dirty="0"/>
              <a:t>[1] N. Abramson, “The ALOHA system—Another alternative for computer communications,” in Proc. AFIPS Fall Joint Computer Conf., 1970, pp. 281–285.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1100" dirty="0"/>
              <a:t>[2] L. Kleinrock and F. A. </a:t>
            </a:r>
            <a:r>
              <a:rPr lang="en-IN" sz="1100" dirty="0" err="1"/>
              <a:t>Tobagi</a:t>
            </a:r>
            <a:r>
              <a:rPr lang="en-IN" sz="1100" dirty="0"/>
              <a:t>, “Packet switching in radio channels: Part I—Carrier sense multiple-access modes and their throughput-delay characteristics,” IEEE Transactions on Communications, vol. 23, no. 12, pp. 1400–1416, Dec. 1975, </a:t>
            </a:r>
            <a:r>
              <a:rPr lang="en-IN" sz="1100" dirty="0" err="1"/>
              <a:t>doi</a:t>
            </a:r>
            <a:r>
              <a:rPr lang="en-IN" sz="1100" dirty="0"/>
              <a:t>: 10.1109/TCOM.1975.1092769.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1100" dirty="0"/>
              <a:t>[3] M. Jahnke, B. Palmer, and U. </a:t>
            </a:r>
            <a:r>
              <a:rPr lang="en-IN" sz="1100" dirty="0" err="1"/>
              <a:t>Kulau</a:t>
            </a:r>
            <a:r>
              <a:rPr lang="en-IN" sz="1100" dirty="0"/>
              <a:t>, “Development and evaluation of a </a:t>
            </a:r>
            <a:r>
              <a:rPr lang="en-IN" sz="1100" dirty="0" err="1"/>
              <a:t>LiFi</a:t>
            </a:r>
            <a:r>
              <a:rPr lang="en-IN" sz="1100" dirty="0"/>
              <a:t>-transceiver module for TMTC intra-satellite communication,” Engineering Proceedings, vol. 90, no. 16, 2025.</a:t>
            </a:r>
            <a:br>
              <a:rPr lang="en-IN" sz="1100" dirty="0"/>
            </a:br>
            <a:r>
              <a:rPr lang="en-IN" sz="1100" dirty="0">
                <a:hlinkClick r:id="rId2"/>
              </a:rPr>
              <a:t>https://doi.org/10.3390/engproc2025090016</a:t>
            </a:r>
            <a:endParaRPr lang="en-IN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IN" sz="1100" dirty="0"/>
              <a:t>[4] T. T. T. Le, N. U. Hassan, X. Chen, M.-S. </a:t>
            </a:r>
            <a:r>
              <a:rPr lang="en-IN" sz="1100" dirty="0" err="1"/>
              <a:t>Alouini</a:t>
            </a:r>
            <a:r>
              <a:rPr lang="en-IN" sz="1100" dirty="0"/>
              <a:t>, Z. Han, and C. Yuen, “A survey on random access protocols in direct-access LEO satellite-based IoT communication,” IEEE Communications Surveys &amp; Tutorials, vol. 27, no. 1, pp. 426–462, Feb. 2025, </a:t>
            </a:r>
            <a:r>
              <a:rPr lang="en-IN" sz="1100" dirty="0" err="1"/>
              <a:t>doi</a:t>
            </a:r>
            <a:r>
              <a:rPr lang="en-IN" sz="1100" dirty="0"/>
              <a:t>: 10.1109/COMST.2024.3385347.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1100" dirty="0"/>
              <a:t>[5] G. Cossu, O. </a:t>
            </a:r>
            <a:r>
              <a:rPr lang="en-IN" sz="1100" dirty="0" err="1"/>
              <a:t>Ertunc</a:t>
            </a:r>
            <a:r>
              <a:rPr lang="en-IN" sz="1100" dirty="0"/>
              <a:t>, A. Sturniolo et al., “CAN-bus communication over optical wireless,” in Proc. SPIE, vol. 13699, 2024, p. 136995G, </a:t>
            </a:r>
            <a:r>
              <a:rPr lang="en-IN" sz="1100" dirty="0" err="1"/>
              <a:t>doi</a:t>
            </a:r>
            <a:r>
              <a:rPr lang="en-IN" sz="1100" dirty="0"/>
              <a:t>: 10.1117/12.3006235.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1100" dirty="0"/>
              <a:t>[6] I. </a:t>
            </a:r>
            <a:r>
              <a:rPr lang="en-IN" sz="1100" dirty="0" err="1"/>
              <a:t>Arruego</a:t>
            </a:r>
            <a:r>
              <a:rPr lang="en-IN" sz="1100" dirty="0"/>
              <a:t> et al., “OWLS: A ten-year history in optical wireless links for intra-satellite communications,” IEEE Journal on Selected Areas in Communications, vol. 27, no. 9, pp. 1599–1611, 2009, </a:t>
            </a:r>
            <a:r>
              <a:rPr lang="en-IN" sz="1100" dirty="0" err="1"/>
              <a:t>doi</a:t>
            </a:r>
            <a:r>
              <a:rPr lang="en-IN" sz="1100" dirty="0"/>
              <a:t>: 10.1109/JSAC.2009.091215.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1100" dirty="0"/>
              <a:t>[7] A. Varga and R. Hornig, “An overview of the </a:t>
            </a:r>
            <a:r>
              <a:rPr lang="en-IN" sz="1100" dirty="0" err="1"/>
              <a:t>OMNeT</a:t>
            </a:r>
            <a:r>
              <a:rPr lang="en-IN" sz="1100" dirty="0"/>
              <a:t>++ simulation environment,” in Proc. ICST International Conference on Simulation Tools and Techniques (</a:t>
            </a:r>
            <a:r>
              <a:rPr lang="en-IN" sz="1100" dirty="0" err="1"/>
              <a:t>SIMUTools</a:t>
            </a:r>
            <a:r>
              <a:rPr lang="en-IN" sz="1100" dirty="0"/>
              <a:t>), 2008.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1100" dirty="0"/>
              <a:t>[8] INET Framework Documentation, “The Hidden Node Problem,” </a:t>
            </a:r>
            <a:r>
              <a:rPr lang="en-IN" sz="1100" dirty="0" err="1"/>
              <a:t>OMNeT</a:t>
            </a:r>
            <a:r>
              <a:rPr lang="en-IN" sz="1100" dirty="0"/>
              <a:t>++, 2024.</a:t>
            </a:r>
            <a:br>
              <a:rPr lang="en-IN" sz="1100" dirty="0"/>
            </a:br>
            <a:r>
              <a:rPr lang="en-IN" sz="1100" dirty="0"/>
              <a:t>Available: </a:t>
            </a:r>
            <a:r>
              <a:rPr lang="en-IN" sz="1100" dirty="0">
                <a:hlinkClick r:id="rId3"/>
              </a:rPr>
              <a:t>https://inet.omnetpp.org/docs/showcases/wireless/hiddennode/doc/</a:t>
            </a:r>
            <a:endParaRPr lang="en-IN" sz="1100" dirty="0"/>
          </a:p>
          <a:p>
            <a:pPr marL="0" indent="0">
              <a:buNone/>
            </a:pPr>
            <a:endParaRPr lang="en-IN" sz="1200" dirty="0"/>
          </a:p>
          <a:p>
            <a:pPr marL="0" indent="0">
              <a:buNone/>
            </a:pPr>
            <a:endParaRPr lang="en-IN" sz="1200" dirty="0"/>
          </a:p>
          <a:p>
            <a:pPr marL="0" indent="0">
              <a:buNone/>
            </a:pP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4992960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C42A92-2BB5-4056-8B04-4D9794A7E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Thank You!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3DA8FFA-24BB-4A19-82BF-399CF9DB75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dirty="0"/>
              <a:t>Technische Universität Hamburg (TUHH)</a:t>
            </a:r>
          </a:p>
          <a:p>
            <a:r>
              <a:rPr lang="de-DE" dirty="0"/>
              <a:t>Utkarsh Maurya</a:t>
            </a:r>
          </a:p>
          <a:p>
            <a:r>
              <a:rPr lang="de-DE" dirty="0"/>
              <a:t>ICS</a:t>
            </a:r>
          </a:p>
          <a:p>
            <a:r>
              <a:rPr lang="de-DE" dirty="0"/>
              <a:t>Am Schwarzenberg-Campus 1</a:t>
            </a:r>
          </a:p>
          <a:p>
            <a:r>
              <a:rPr lang="de-DE" dirty="0"/>
              <a:t>21073 Hamburg</a:t>
            </a:r>
          </a:p>
          <a:p>
            <a:r>
              <a:rPr lang="de-DE" dirty="0"/>
              <a:t>Tel.: +49 40 42878-3330</a:t>
            </a:r>
          </a:p>
          <a:p>
            <a:r>
              <a:rPr lang="de-DE" dirty="0"/>
              <a:t>www.tuhh.de</a:t>
            </a:r>
          </a:p>
        </p:txBody>
      </p:sp>
    </p:spTree>
    <p:extLst>
      <p:ext uri="{BB962C8B-B14F-4D97-AF65-F5344CB8AC3E}">
        <p14:creationId xmlns:p14="http://schemas.microsoft.com/office/powerpoint/2010/main" val="1481582538"/>
      </p:ext>
    </p:extLst>
  </p:cSld>
  <p:clrMapOvr>
    <a:masterClrMapping/>
  </p:clrMapOvr>
</p:sld>
</file>

<file path=ppt/theme/theme1.xml><?xml version="1.0" encoding="utf-8"?>
<a:theme xmlns:a="http://schemas.openxmlformats.org/drawingml/2006/main" name="TUHH_TUHH_Powerpoint_16x9DE_v3_final">
  <a:themeElements>
    <a:clrScheme name="Benutzerdefiniert 8">
      <a:dk1>
        <a:srgbClr val="265D71"/>
      </a:dk1>
      <a:lt1>
        <a:sysClr val="window" lastClr="FFFFFF"/>
      </a:lt1>
      <a:dk2>
        <a:srgbClr val="00C1D4"/>
      </a:dk2>
      <a:lt2>
        <a:srgbClr val="A8968C"/>
      </a:lt2>
      <a:accent1>
        <a:srgbClr val="7300FE"/>
      </a:accent1>
      <a:accent2>
        <a:srgbClr val="FF4F4F"/>
      </a:accent2>
      <a:accent3>
        <a:srgbClr val="5AFFC5"/>
      </a:accent3>
      <a:accent4>
        <a:srgbClr val="FF7E15"/>
      </a:accent4>
      <a:accent5>
        <a:srgbClr val="FFDC36"/>
      </a:accent5>
      <a:accent6>
        <a:srgbClr val="003566"/>
      </a:accent6>
      <a:hlink>
        <a:srgbClr val="00C1D4"/>
      </a:hlink>
      <a:folHlink>
        <a:srgbClr val="00C1D4"/>
      </a:folHlink>
    </a:clrScheme>
    <a:fontScheme name="Benutzerdefiniert 170">
      <a:majorFont>
        <a:latin typeface="Poppins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UHH_PowerPoint_16x9" id="{3052594A-E2C5-4B41-A8BE-31007C944784}" vid="{801B010C-2EFF-DB4B-A1D5-F1BD124970F9}"/>
    </a:ext>
  </a:extLst>
</a:theme>
</file>

<file path=ppt/theme/theme2.xml><?xml version="1.0" encoding="utf-8"?>
<a:theme xmlns:a="http://schemas.openxmlformats.org/drawingml/2006/main" name="Office">
  <a:themeElements>
    <a:clrScheme name="Benutzerdefiniert 8">
      <a:dk1>
        <a:srgbClr val="265D71"/>
      </a:dk1>
      <a:lt1>
        <a:sysClr val="window" lastClr="FFFFFF"/>
      </a:lt1>
      <a:dk2>
        <a:srgbClr val="00C1D4"/>
      </a:dk2>
      <a:lt2>
        <a:srgbClr val="A8968C"/>
      </a:lt2>
      <a:accent1>
        <a:srgbClr val="7300FE"/>
      </a:accent1>
      <a:accent2>
        <a:srgbClr val="FF4F4F"/>
      </a:accent2>
      <a:accent3>
        <a:srgbClr val="5AFFC5"/>
      </a:accent3>
      <a:accent4>
        <a:srgbClr val="FF7E15"/>
      </a:accent4>
      <a:accent5>
        <a:srgbClr val="FFDC36"/>
      </a:accent5>
      <a:accent6>
        <a:srgbClr val="003566"/>
      </a:accent6>
      <a:hlink>
        <a:srgbClr val="00C1D4"/>
      </a:hlink>
      <a:folHlink>
        <a:srgbClr val="00C1D4"/>
      </a:folHlink>
    </a:clrScheme>
    <a:fontScheme name="Benutzerdefiniert 170">
      <a:majorFont>
        <a:latin typeface="Poppins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Benutzerdefiniert 8">
      <a:dk1>
        <a:srgbClr val="265D71"/>
      </a:dk1>
      <a:lt1>
        <a:sysClr val="window" lastClr="FFFFFF"/>
      </a:lt1>
      <a:dk2>
        <a:srgbClr val="00C1D4"/>
      </a:dk2>
      <a:lt2>
        <a:srgbClr val="A8968C"/>
      </a:lt2>
      <a:accent1>
        <a:srgbClr val="7300FE"/>
      </a:accent1>
      <a:accent2>
        <a:srgbClr val="FF4F4F"/>
      </a:accent2>
      <a:accent3>
        <a:srgbClr val="5AFFC5"/>
      </a:accent3>
      <a:accent4>
        <a:srgbClr val="FF7E15"/>
      </a:accent4>
      <a:accent5>
        <a:srgbClr val="FFDC36"/>
      </a:accent5>
      <a:accent6>
        <a:srgbClr val="003566"/>
      </a:accent6>
      <a:hlink>
        <a:srgbClr val="00C1D4"/>
      </a:hlink>
      <a:folHlink>
        <a:srgbClr val="00C1D4"/>
      </a:folHlink>
    </a:clrScheme>
    <a:fontScheme name="Benutzerdefiniert 170">
      <a:majorFont>
        <a:latin typeface="Poppins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PraesentationsvorlagePowerPoint_16x9_Folienmaster</Template>
  <TotalTime>1198</TotalTime>
  <Words>1931</Words>
  <Application>Microsoft Office PowerPoint</Application>
  <PresentationFormat>Widescreen</PresentationFormat>
  <Paragraphs>233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Wingdings</vt:lpstr>
      <vt:lpstr>Montserrat</vt:lpstr>
      <vt:lpstr>Poppins</vt:lpstr>
      <vt:lpstr>Roboto</vt:lpstr>
      <vt:lpstr>TUHH_TUHH_Powerpoint_16x9DE_v3_final</vt:lpstr>
      <vt:lpstr>Evaluation of MAC Protocols for Intra-Satellite Optical Communication Using OMNeT++</vt:lpstr>
      <vt:lpstr>Agenda:</vt:lpstr>
      <vt:lpstr>Introduction</vt:lpstr>
      <vt:lpstr>Motivation: Intra-Satellite Communication</vt:lpstr>
      <vt:lpstr>Related Work</vt:lpstr>
      <vt:lpstr>SatelLight LiFi Transceiver [1]</vt:lpstr>
      <vt:lpstr>MAC Protocols for Satellite IoT [2]</vt:lpstr>
      <vt:lpstr>CAN-bus Communication Over Optical Wireless [3]</vt:lpstr>
      <vt:lpstr>MAC Protocols</vt:lpstr>
      <vt:lpstr>Why MAC Protocols Matter</vt:lpstr>
      <vt:lpstr>MAC Protocols Considered</vt:lpstr>
      <vt:lpstr>Simulation Overview</vt:lpstr>
      <vt:lpstr>System Model</vt:lpstr>
      <vt:lpstr>Performance Metrics</vt:lpstr>
      <vt:lpstr>Baseline High-Load Results (4 Nodes)</vt:lpstr>
      <vt:lpstr>Traffic Load Variation</vt:lpstr>
      <vt:lpstr>TDMA Node Scaling</vt:lpstr>
      <vt:lpstr>Hidden Node Problem: Intuition</vt:lpstr>
      <vt:lpstr>Hidden Node Topology</vt:lpstr>
      <vt:lpstr>Hidden Node Results (High Load, 4 Nodes)</vt:lpstr>
      <vt:lpstr>RTS/CTS Mitigation (CSMA)</vt:lpstr>
      <vt:lpstr>Conclusion &amp; Takeaways</vt:lpstr>
      <vt:lpstr>References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Utkarsh Maurya</dc:creator>
  <cp:lastModifiedBy>Utkarsh Maurya</cp:lastModifiedBy>
  <cp:revision>38</cp:revision>
  <dcterms:created xsi:type="dcterms:W3CDTF">2025-11-16T14:44:01Z</dcterms:created>
  <dcterms:modified xsi:type="dcterms:W3CDTF">2026-01-29T13:58:08Z</dcterms:modified>
</cp:coreProperties>
</file>